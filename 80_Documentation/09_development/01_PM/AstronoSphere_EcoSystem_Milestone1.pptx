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65D589-5193-465E-98DE-EA49809E2DE0}" v="28" dt="2026-03-15T17:10:32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84" autoAdjust="0"/>
  </p:normalViewPr>
  <p:slideViewPr>
    <p:cSldViewPr snapToGrid="0">
      <p:cViewPr varScale="1">
        <p:scale>
          <a:sx n="95" d="100"/>
          <a:sy n="95" d="100"/>
        </p:scale>
        <p:origin x="119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C6939D-ED7C-E455-F293-0CEA33606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68D4E1F-F3BF-2C16-7DDE-027A2667C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BA1E79-790A-320D-F002-5DB4D468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3074E-3FEE-8150-CDE8-FB7EDFCA5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1CA1DD-4299-CEE3-9CD1-0B409E62A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26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07E40-FBA2-BF9F-B107-85147078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237AE7-E6B8-A351-7361-A1E113A50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D56EB0-B4FA-358A-A352-DBA24348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1DC68C-E82C-C16D-3B7C-5932A167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3A2CD5-012D-A1EC-75DD-F3D74F0F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549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07E5DA-C562-A827-ACB9-D6C1EFC3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37D0C6-383C-9139-9A40-0D2B29F01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0C5D3F-C09D-4737-3CFF-3F85A22E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6256E-C529-CC6C-EF93-768C7772E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0AB046-988F-1A3B-0054-77E964CA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9901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907047-2F45-3F08-AB2C-0A3B3FC1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5405BA-A0D2-261A-D0AA-5FF229614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FDC6C0-266B-E85B-A3DC-078AF0B97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3C58DD-E8FA-6913-3DCF-DB37644B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A27DC8-78B4-370C-1384-45841354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B7D9FB-58ED-5ABA-8CCA-896E8BB2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4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72B8CF-BCBC-6680-783E-616D7EF58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41CD-7831-D814-3560-ABDE9E0BD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60406B-1FE8-E865-7A7C-FACA5D87E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89D42A-3384-24BD-ABED-9459BFC4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69B98C-25A6-A8AF-5DB7-53FD22D51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C3789B-7684-9CB6-7919-412FBBE9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E0DFB7-B88F-9C62-C079-1AE6D5D1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741F79-A1E2-61FD-4F2B-F916D46E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636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5C0464-6756-ED33-B442-0CA6A251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90D902-D8C3-57DB-C58E-89E231F43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9B49F-A06C-CBD7-C49E-042E0E74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9D5F66-5A31-10E4-A4C5-661C5022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01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0933DD-D9D7-23ED-DBC7-B466E136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4158EC6-400C-659E-D696-19C3846C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FF363F-9A6C-D088-6834-04D87D0F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48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1733A-745A-618E-2DA5-87B14CE65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56E9AD-C4E2-EFA3-500F-2474E6886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ECDD036-E7D6-314F-1A58-5E86DD8FB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F21CD8-3B63-0B79-0D9D-4B9116FE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1001CF-2BC1-DEA8-FB68-E0B9FC8C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4DB90D-2979-9E5F-0EE6-A29FA3C0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85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460CD-21E7-BB16-C474-024E567E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789D0C7-BE63-A97B-695B-70C6E68D3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9308F5-0C9A-2E56-61A0-D7ED83904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849A28-845F-7530-EE21-BEE17D2A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0F2F0C-4F35-C68E-4152-7AAC5D12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55DCD1-6BA3-56CE-5BE0-B6590278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4076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586E5C-C7B1-6E11-FB7E-0DB304DD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60B47A1-2721-B55E-2016-4EB44A1B9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1968F0-8018-9B10-3663-8F35CFC3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39072C-B975-2234-9043-39AFA77A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D09AAE-5D96-0791-9098-9F78BB93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4914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8F3C556-8B68-8C00-DE88-25293B4BC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7336E2D-9874-C1B1-C6CB-9E37B4C58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DE5138-FC65-09A6-B698-E58D1BCF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A0B6FA-CFEC-E17E-5A7F-478ECD22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47A1A7-92EA-E1B9-209D-3C5A30E0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570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5779ECC-C8B4-41E8-4862-3F1B27A9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484601-EBCB-FD4F-DC72-8B52C319E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4934E6-CBE3-E538-AAF1-3C36543D9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466DF-44EE-4D2E-A9BA-4579E5D3A5AC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611721-C608-D80D-EE88-F26125212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350DE9-7E6E-E7E3-3D9D-90676A577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89348-8CD1-46A8-9F2F-67550F1B8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6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0884A424-42BB-DC7B-75EB-0C73B1D36FCC}"/>
              </a:ext>
            </a:extLst>
          </p:cNvPr>
          <p:cNvSpPr/>
          <p:nvPr/>
        </p:nvSpPr>
        <p:spPr>
          <a:xfrm>
            <a:off x="3528178" y="1044623"/>
            <a:ext cx="948689" cy="8545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8F06D3DE-B6F1-DC19-100C-B5310449F757}"/>
              </a:ext>
            </a:extLst>
          </p:cNvPr>
          <p:cNvSpPr/>
          <p:nvPr/>
        </p:nvSpPr>
        <p:spPr>
          <a:xfrm>
            <a:off x="5503001" y="765548"/>
            <a:ext cx="1112357" cy="103362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9CD8031-81CC-F147-0469-B2AF3DE100F8}"/>
              </a:ext>
            </a:extLst>
          </p:cNvPr>
          <p:cNvSpPr/>
          <p:nvPr/>
        </p:nvSpPr>
        <p:spPr>
          <a:xfrm>
            <a:off x="1795003" y="606805"/>
            <a:ext cx="1248696" cy="11506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E159D58-4745-89A1-C33A-16A7DA4EB14F}"/>
              </a:ext>
            </a:extLst>
          </p:cNvPr>
          <p:cNvSpPr txBox="1"/>
          <p:nvPr/>
        </p:nvSpPr>
        <p:spPr>
          <a:xfrm>
            <a:off x="1890444" y="742747"/>
            <a:ext cx="11176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Meeus</a:t>
            </a:r>
            <a:endParaRPr lang="de-DE" b="1" dirty="0"/>
          </a:p>
          <a:p>
            <a:r>
              <a:rPr lang="de-DE" b="1" dirty="0"/>
              <a:t>Scenario</a:t>
            </a:r>
          </a:p>
          <a:p>
            <a:r>
              <a:rPr lang="de-DE" b="1" dirty="0"/>
              <a:t>Factory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DA7FF9B-77C4-A38A-B9AD-175BB750A507}"/>
              </a:ext>
            </a:extLst>
          </p:cNvPr>
          <p:cNvSpPr/>
          <p:nvPr/>
        </p:nvSpPr>
        <p:spPr>
          <a:xfrm>
            <a:off x="861552" y="2433110"/>
            <a:ext cx="10717994" cy="14704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CCF6D15-D125-0EDB-1038-6147AECF84FC}"/>
              </a:ext>
            </a:extLst>
          </p:cNvPr>
          <p:cNvSpPr txBox="1"/>
          <p:nvPr/>
        </p:nvSpPr>
        <p:spPr>
          <a:xfrm>
            <a:off x="3054067" y="3497468"/>
            <a:ext cx="150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AstronoData</a:t>
            </a:r>
            <a:endParaRPr lang="de-DE" b="1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A33EC3F-BA30-7244-3A2D-F3DDCFAB9E5F}"/>
              </a:ext>
            </a:extLst>
          </p:cNvPr>
          <p:cNvSpPr/>
          <p:nvPr/>
        </p:nvSpPr>
        <p:spPr>
          <a:xfrm>
            <a:off x="3427158" y="957945"/>
            <a:ext cx="1004628" cy="7994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D6DB7B4-B53C-1FD2-0DEE-F3C7067A6E64}"/>
              </a:ext>
            </a:extLst>
          </p:cNvPr>
          <p:cNvSpPr txBox="1"/>
          <p:nvPr/>
        </p:nvSpPr>
        <p:spPr>
          <a:xfrm>
            <a:off x="3479918" y="1007462"/>
            <a:ext cx="928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Other</a:t>
            </a:r>
          </a:p>
          <a:p>
            <a:r>
              <a:rPr lang="de-DE" sz="1200" dirty="0"/>
              <a:t>Scenario</a:t>
            </a:r>
          </a:p>
          <a:p>
            <a:r>
              <a:rPr lang="de-DE" sz="1200" dirty="0"/>
              <a:t>Generators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A593DB2-1E2A-DD27-8E09-E7824230301D}"/>
              </a:ext>
            </a:extLst>
          </p:cNvPr>
          <p:cNvCxnSpPr/>
          <p:nvPr/>
        </p:nvCxnSpPr>
        <p:spPr>
          <a:xfrm>
            <a:off x="2085053" y="1757440"/>
            <a:ext cx="0" cy="870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F8339EFC-BCB9-C9D6-1DCB-7CDEF785F5D0}"/>
              </a:ext>
            </a:extLst>
          </p:cNvPr>
          <p:cNvSpPr/>
          <p:nvPr/>
        </p:nvSpPr>
        <p:spPr>
          <a:xfrm>
            <a:off x="1144634" y="2628217"/>
            <a:ext cx="2220480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E1380D5-D48B-6A93-C8B8-4BB551F7C18C}"/>
              </a:ext>
            </a:extLst>
          </p:cNvPr>
          <p:cNvSpPr txBox="1"/>
          <p:nvPr/>
        </p:nvSpPr>
        <p:spPr>
          <a:xfrm>
            <a:off x="1144634" y="2769905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ScenarioCandidates</a:t>
            </a:r>
            <a:endParaRPr lang="de-DE" dirty="0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E54E284D-77B4-97EA-0AF6-A43E13780DF7}"/>
              </a:ext>
            </a:extLst>
          </p:cNvPr>
          <p:cNvCxnSpPr>
            <a:cxnSpLocks/>
          </p:cNvCxnSpPr>
          <p:nvPr/>
        </p:nvCxnSpPr>
        <p:spPr>
          <a:xfrm>
            <a:off x="3043699" y="3239654"/>
            <a:ext cx="0" cy="160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8078B3F7-AC59-B7F3-BBE8-786FDA1495A0}"/>
              </a:ext>
            </a:extLst>
          </p:cNvPr>
          <p:cNvSpPr txBox="1"/>
          <p:nvPr/>
        </p:nvSpPr>
        <p:spPr>
          <a:xfrm>
            <a:off x="694192" y="4994962"/>
            <a:ext cx="15283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Maintainer</a:t>
            </a:r>
            <a:endParaRPr lang="de-DE" b="1" dirty="0"/>
          </a:p>
          <a:p>
            <a:r>
              <a:rPr lang="de-DE" dirty="0"/>
              <a:t>Review</a:t>
            </a:r>
          </a:p>
          <a:p>
            <a:r>
              <a:rPr lang="de-DE" dirty="0"/>
              <a:t>(</a:t>
            </a:r>
            <a:r>
              <a:rPr lang="de-DE" dirty="0" err="1"/>
              <a:t>Governance</a:t>
            </a:r>
            <a:r>
              <a:rPr lang="de-DE" dirty="0"/>
              <a:t>)</a:t>
            </a:r>
          </a:p>
        </p:txBody>
      </p:sp>
      <p:grpSp>
        <p:nvGrpSpPr>
          <p:cNvPr id="203" name="Gruppieren 202">
            <a:extLst>
              <a:ext uri="{FF2B5EF4-FFF2-40B4-BE49-F238E27FC236}">
                <a16:creationId xmlns:a16="http://schemas.microsoft.com/office/drawing/2014/main" id="{A99F975C-EE6F-6B3E-1C5C-5CBFD7F80CA0}"/>
              </a:ext>
            </a:extLst>
          </p:cNvPr>
          <p:cNvGrpSpPr/>
          <p:nvPr/>
        </p:nvGrpSpPr>
        <p:grpSpPr>
          <a:xfrm>
            <a:off x="2686526" y="5102584"/>
            <a:ext cx="827277" cy="1086238"/>
            <a:chOff x="2801580" y="5080743"/>
            <a:chExt cx="827277" cy="1086238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AD0D043A-D0F5-89B9-17CA-BE5C7C5C08A3}"/>
                </a:ext>
              </a:extLst>
            </p:cNvPr>
            <p:cNvSpPr/>
            <p:nvPr/>
          </p:nvSpPr>
          <p:spPr>
            <a:xfrm>
              <a:off x="2896215" y="5080743"/>
              <a:ext cx="294967" cy="29496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CB19C364-74F5-8C7E-A29C-13E49EF0B43F}"/>
                </a:ext>
              </a:extLst>
            </p:cNvPr>
            <p:cNvCxnSpPr>
              <a:stCxn id="19" idx="4"/>
            </p:cNvCxnSpPr>
            <p:nvPr/>
          </p:nvCxnSpPr>
          <p:spPr>
            <a:xfrm flipH="1">
              <a:off x="3043698" y="5375710"/>
              <a:ext cx="1" cy="570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B4699C05-64FC-F994-B8DF-621377637B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6215" y="5945983"/>
              <a:ext cx="147483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52D29937-4D37-5414-E9CA-D709203484C3}"/>
                </a:ext>
              </a:extLst>
            </p:cNvPr>
            <p:cNvCxnSpPr>
              <a:cxnSpLocks/>
            </p:cNvCxnSpPr>
            <p:nvPr/>
          </p:nvCxnSpPr>
          <p:spPr>
            <a:xfrm>
              <a:off x="3043698" y="5945983"/>
              <a:ext cx="144626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C86A2AF6-00B6-8048-1DAB-18B1BCAB7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1580" y="5532548"/>
              <a:ext cx="5407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E21F82E4-8B82-1D6A-7129-3A2A83C5D921}"/>
                </a:ext>
              </a:extLst>
            </p:cNvPr>
            <p:cNvSpPr/>
            <p:nvPr/>
          </p:nvSpPr>
          <p:spPr>
            <a:xfrm>
              <a:off x="3399102" y="5318193"/>
              <a:ext cx="213088" cy="2156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E8E06E7B-95DA-BC38-4C7B-8CC6E72711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0834" y="5494473"/>
              <a:ext cx="236154" cy="2156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C2652853-A7A2-637D-FBFF-732AE55E7585}"/>
                </a:ext>
              </a:extLst>
            </p:cNvPr>
            <p:cNvSpPr txBox="1"/>
            <p:nvPr/>
          </p:nvSpPr>
          <p:spPr>
            <a:xfrm flipV="1">
              <a:off x="3504893" y="5239115"/>
              <a:ext cx="123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+</a:t>
              </a:r>
            </a:p>
          </p:txBody>
        </p: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66AEDC97-F0C6-4137-0CA4-6923AFB3E3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1902" y="5474341"/>
              <a:ext cx="236154" cy="2156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147F9071-410E-1F1C-B0C3-459131F6D5A6}"/>
              </a:ext>
            </a:extLst>
          </p:cNvPr>
          <p:cNvCxnSpPr>
            <a:cxnSpLocks/>
          </p:cNvCxnSpPr>
          <p:nvPr/>
        </p:nvCxnSpPr>
        <p:spPr>
          <a:xfrm>
            <a:off x="3436988" y="5756570"/>
            <a:ext cx="7400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701BFA0A-D276-1641-F8F6-B98D6B135368}"/>
              </a:ext>
            </a:extLst>
          </p:cNvPr>
          <p:cNvSpPr txBox="1"/>
          <p:nvPr/>
        </p:nvSpPr>
        <p:spPr>
          <a:xfrm>
            <a:off x="3644188" y="5320698"/>
            <a:ext cx="74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/>
              <a:t>Add</a:t>
            </a:r>
          </a:p>
          <a:p>
            <a:r>
              <a:rPr lang="de-DE" sz="600" dirty="0"/>
              <a:t>Scenario</a:t>
            </a:r>
          </a:p>
          <a:p>
            <a:r>
              <a:rPr lang="de-DE" sz="600" dirty="0" err="1"/>
              <a:t>Meta</a:t>
            </a:r>
            <a:r>
              <a:rPr lang="de-DE" sz="600" dirty="0"/>
              <a:t> Data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4A1E472-570C-43A1-D998-970AC2855E68}"/>
              </a:ext>
            </a:extLst>
          </p:cNvPr>
          <p:cNvSpPr/>
          <p:nvPr/>
        </p:nvSpPr>
        <p:spPr>
          <a:xfrm>
            <a:off x="3921292" y="2628216"/>
            <a:ext cx="2249036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6A8E537-D66C-6A10-3B6F-61681395ECA5}"/>
              </a:ext>
            </a:extLst>
          </p:cNvPr>
          <p:cNvSpPr txBox="1"/>
          <p:nvPr/>
        </p:nvSpPr>
        <p:spPr>
          <a:xfrm>
            <a:off x="4032238" y="2610768"/>
            <a:ext cx="1405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Observation</a:t>
            </a:r>
          </a:p>
          <a:p>
            <a:r>
              <a:rPr lang="de-DE" dirty="0"/>
              <a:t>Catalog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8E63CAF-F9C0-DF48-A58B-06C0E24DF6F0}"/>
              </a:ext>
            </a:extLst>
          </p:cNvPr>
          <p:cNvSpPr txBox="1"/>
          <p:nvPr/>
        </p:nvSpPr>
        <p:spPr>
          <a:xfrm>
            <a:off x="4205521" y="5156635"/>
            <a:ext cx="1187697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Scenario</a:t>
            </a:r>
          </a:p>
          <a:p>
            <a:r>
              <a:rPr lang="de-DE" dirty="0"/>
              <a:t>Header</a:t>
            </a:r>
          </a:p>
          <a:p>
            <a:r>
              <a:rPr lang="de-DE" dirty="0"/>
              <a:t>Generator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6B71020-B496-6B4B-2A65-03D8BF9DB71B}"/>
              </a:ext>
            </a:extLst>
          </p:cNvPr>
          <p:cNvSpPr txBox="1"/>
          <p:nvPr/>
        </p:nvSpPr>
        <p:spPr>
          <a:xfrm>
            <a:off x="5317167" y="4525603"/>
            <a:ext cx="13980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dirty="0"/>
              <a:t>Hash</a:t>
            </a:r>
          </a:p>
          <a:p>
            <a:r>
              <a:rPr lang="de-DE" sz="1100" dirty="0"/>
              <a:t>Status</a:t>
            </a:r>
          </a:p>
          <a:p>
            <a:r>
              <a:rPr lang="de-DE" sz="1100" dirty="0"/>
              <a:t>.</a:t>
            </a:r>
            <a:r>
              <a:rPr lang="de-DE" sz="1100" dirty="0" err="1"/>
              <a:t>maturity</a:t>
            </a:r>
            <a:r>
              <a:rPr lang="de-DE" sz="1100" dirty="0"/>
              <a:t>=</a:t>
            </a:r>
            <a:r>
              <a:rPr lang="de-DE" sz="1100" dirty="0">
                <a:solidFill>
                  <a:srgbClr val="00B050"/>
                </a:solidFill>
              </a:rPr>
              <a:t>release</a:t>
            </a:r>
          </a:p>
          <a:p>
            <a:r>
              <a:rPr lang="de-DE" sz="1100" dirty="0"/>
              <a:t>.</a:t>
            </a:r>
            <a:r>
              <a:rPr lang="de-DE" sz="1100" dirty="0" err="1"/>
              <a:t>visibility</a:t>
            </a:r>
            <a:r>
              <a:rPr lang="de-DE" sz="1100" dirty="0"/>
              <a:t> = </a:t>
            </a:r>
            <a:r>
              <a:rPr lang="de-DE" sz="1100" dirty="0" err="1"/>
              <a:t>public</a:t>
            </a:r>
            <a:endParaRPr lang="de-DE" sz="1100" dirty="0"/>
          </a:p>
        </p:txBody>
      </p:sp>
      <p:cxnSp>
        <p:nvCxnSpPr>
          <p:cNvPr id="51" name="Verbinder: gewinkelt 50">
            <a:extLst>
              <a:ext uri="{FF2B5EF4-FFF2-40B4-BE49-F238E27FC236}">
                <a16:creationId xmlns:a16="http://schemas.microsoft.com/office/drawing/2014/main" id="{A8353621-DAE1-FE14-8DB2-7F7552DCE53B}"/>
              </a:ext>
            </a:extLst>
          </p:cNvPr>
          <p:cNvCxnSpPr>
            <a:stCxn id="48" idx="3"/>
            <a:endCxn id="43" idx="2"/>
          </p:cNvCxnSpPr>
          <p:nvPr/>
        </p:nvCxnSpPr>
        <p:spPr>
          <a:xfrm flipH="1" flipV="1">
            <a:off x="4734835" y="3257099"/>
            <a:ext cx="658383" cy="2361201"/>
          </a:xfrm>
          <a:prstGeom prst="bentConnector4">
            <a:avLst>
              <a:gd name="adj1" fmla="val -34721"/>
              <a:gd name="adj2" fmla="val 597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3E1BA98C-4C05-2625-6718-EEDF8B7F3774}"/>
              </a:ext>
            </a:extLst>
          </p:cNvPr>
          <p:cNvSpPr txBox="1"/>
          <p:nvPr/>
        </p:nvSpPr>
        <p:spPr>
          <a:xfrm>
            <a:off x="5429250" y="2610768"/>
            <a:ext cx="7336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0C609F7B-A962-D9BC-F2E4-2AB325C8BB82}"/>
              </a:ext>
            </a:extLst>
          </p:cNvPr>
          <p:cNvSpPr txBox="1"/>
          <p:nvPr/>
        </p:nvSpPr>
        <p:spPr>
          <a:xfrm>
            <a:off x="3507165" y="5797649"/>
            <a:ext cx="61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b="1" dirty="0"/>
              <a:t>Status = </a:t>
            </a:r>
          </a:p>
          <a:p>
            <a:r>
              <a:rPr lang="de-DE" sz="900" b="1" dirty="0">
                <a:solidFill>
                  <a:srgbClr val="00B050"/>
                </a:solidFill>
              </a:rPr>
              <a:t>release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E8176852-3FEA-52BB-7D27-98ECA8364C29}"/>
              </a:ext>
            </a:extLst>
          </p:cNvPr>
          <p:cNvCxnSpPr>
            <a:cxnSpLocks/>
            <a:endCxn id="58" idx="2"/>
          </p:cNvCxnSpPr>
          <p:nvPr/>
        </p:nvCxnSpPr>
        <p:spPr>
          <a:xfrm flipV="1">
            <a:off x="5973882" y="1704266"/>
            <a:ext cx="8784" cy="937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hteck 57">
            <a:extLst>
              <a:ext uri="{FF2B5EF4-FFF2-40B4-BE49-F238E27FC236}">
                <a16:creationId xmlns:a16="http://schemas.microsoft.com/office/drawing/2014/main" id="{FC9A36C7-4096-B479-D934-A216713D9B56}"/>
              </a:ext>
            </a:extLst>
          </p:cNvPr>
          <p:cNvSpPr/>
          <p:nvPr/>
        </p:nvSpPr>
        <p:spPr>
          <a:xfrm>
            <a:off x="5426487" y="670638"/>
            <a:ext cx="1112357" cy="103362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6D3B4F75-2752-4319-F9BC-9BB3994F608A}"/>
              </a:ext>
            </a:extLst>
          </p:cNvPr>
          <p:cNvSpPr txBox="1"/>
          <p:nvPr/>
        </p:nvSpPr>
        <p:spPr>
          <a:xfrm>
            <a:off x="5433524" y="881025"/>
            <a:ext cx="1165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Truth</a:t>
            </a:r>
          </a:p>
          <a:p>
            <a:r>
              <a:rPr lang="de-DE" b="1" dirty="0" err="1"/>
              <a:t>Factories</a:t>
            </a:r>
            <a:endParaRPr lang="de-DE" b="1" dirty="0"/>
          </a:p>
        </p:txBody>
      </p: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C210F8C4-B98C-C47F-9826-55F1D526F315}"/>
              </a:ext>
            </a:extLst>
          </p:cNvPr>
          <p:cNvGrpSpPr/>
          <p:nvPr/>
        </p:nvGrpSpPr>
        <p:grpSpPr>
          <a:xfrm>
            <a:off x="7407725" y="78767"/>
            <a:ext cx="1867625" cy="578667"/>
            <a:chOff x="6939880" y="200160"/>
            <a:chExt cx="1867625" cy="578667"/>
          </a:xfrm>
        </p:grpSpPr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5085CAB4-650B-46D0-FB25-35DC95A87C33}"/>
                </a:ext>
              </a:extLst>
            </p:cNvPr>
            <p:cNvSpPr txBox="1"/>
            <p:nvPr/>
          </p:nvSpPr>
          <p:spPr>
            <a:xfrm>
              <a:off x="7094231" y="283589"/>
              <a:ext cx="14936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Eg. Horizons Engine</a:t>
              </a:r>
            </a:p>
          </p:txBody>
        </p:sp>
        <p:sp>
          <p:nvSpPr>
            <p:cNvPr id="65" name="Wolke 64">
              <a:extLst>
                <a:ext uri="{FF2B5EF4-FFF2-40B4-BE49-F238E27FC236}">
                  <a16:creationId xmlns:a16="http://schemas.microsoft.com/office/drawing/2014/main" id="{3F128883-9137-7B4E-C3BF-848C619DD517}"/>
                </a:ext>
              </a:extLst>
            </p:cNvPr>
            <p:cNvSpPr/>
            <p:nvPr/>
          </p:nvSpPr>
          <p:spPr>
            <a:xfrm>
              <a:off x="6939880" y="200160"/>
              <a:ext cx="1867625" cy="578667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9" name="Textfeld 68">
            <a:extLst>
              <a:ext uri="{FF2B5EF4-FFF2-40B4-BE49-F238E27FC236}">
                <a16:creationId xmlns:a16="http://schemas.microsoft.com/office/drawing/2014/main" id="{B8D331BE-6CB2-ED7F-E65D-45B78E06207A}"/>
              </a:ext>
            </a:extLst>
          </p:cNvPr>
          <p:cNvSpPr txBox="1"/>
          <p:nvPr/>
        </p:nvSpPr>
        <p:spPr>
          <a:xfrm>
            <a:off x="6389161" y="171016"/>
            <a:ext cx="404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API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64B85CDA-13FE-123B-4968-A642029F1724}"/>
              </a:ext>
            </a:extLst>
          </p:cNvPr>
          <p:cNvSpPr/>
          <p:nvPr/>
        </p:nvSpPr>
        <p:spPr>
          <a:xfrm>
            <a:off x="6618070" y="2628216"/>
            <a:ext cx="1986403" cy="944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F0EC2712-40B7-5E08-387A-DB8963A72B6D}"/>
              </a:ext>
            </a:extLst>
          </p:cNvPr>
          <p:cNvSpPr txBox="1"/>
          <p:nvPr/>
        </p:nvSpPr>
        <p:spPr>
          <a:xfrm>
            <a:off x="6614645" y="2643968"/>
            <a:ext cx="1246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Factory</a:t>
            </a:r>
          </a:p>
          <a:p>
            <a:r>
              <a:rPr lang="de-DE" dirty="0"/>
              <a:t>Reference </a:t>
            </a:r>
          </a:p>
          <a:p>
            <a:r>
              <a:rPr lang="de-DE" dirty="0"/>
              <a:t>Data</a:t>
            </a:r>
          </a:p>
        </p:txBody>
      </p:sp>
      <p:cxnSp>
        <p:nvCxnSpPr>
          <p:cNvPr id="77" name="Verbinder: gewinkelt 76">
            <a:extLst>
              <a:ext uri="{FF2B5EF4-FFF2-40B4-BE49-F238E27FC236}">
                <a16:creationId xmlns:a16="http://schemas.microsoft.com/office/drawing/2014/main" id="{51AF46B8-3F58-C831-20DD-B42A1D9C036B}"/>
              </a:ext>
            </a:extLst>
          </p:cNvPr>
          <p:cNvCxnSpPr>
            <a:stCxn id="58" idx="3"/>
            <a:endCxn id="73" idx="0"/>
          </p:cNvCxnSpPr>
          <p:nvPr/>
        </p:nvCxnSpPr>
        <p:spPr>
          <a:xfrm>
            <a:off x="6538844" y="1187452"/>
            <a:ext cx="698889" cy="14565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FD51F713-3EC6-48BB-708E-81EE1707BAB3}"/>
              </a:ext>
            </a:extLst>
          </p:cNvPr>
          <p:cNvSpPr txBox="1"/>
          <p:nvPr/>
        </p:nvSpPr>
        <p:spPr>
          <a:xfrm>
            <a:off x="6957127" y="981547"/>
            <a:ext cx="9011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874EFB9C-6678-4ACB-9F74-9D81E581ED52}"/>
              </a:ext>
            </a:extLst>
          </p:cNvPr>
          <p:cNvSpPr txBox="1"/>
          <p:nvPr/>
        </p:nvSpPr>
        <p:spPr>
          <a:xfrm>
            <a:off x="7983190" y="3085765"/>
            <a:ext cx="9011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580CFBA0-DB8D-56E6-0582-273D926CD15C}"/>
              </a:ext>
            </a:extLst>
          </p:cNvPr>
          <p:cNvSpPr/>
          <p:nvPr/>
        </p:nvSpPr>
        <p:spPr>
          <a:xfrm>
            <a:off x="6715266" y="4914009"/>
            <a:ext cx="1308425" cy="123708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685290D2-A44B-3067-A4FB-BC6397C6E63C}"/>
              </a:ext>
            </a:extLst>
          </p:cNvPr>
          <p:cNvSpPr txBox="1"/>
          <p:nvPr/>
        </p:nvSpPr>
        <p:spPr>
          <a:xfrm>
            <a:off x="6804445" y="5072514"/>
            <a:ext cx="113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Astrono</a:t>
            </a:r>
            <a:endParaRPr lang="de-DE" b="1" dirty="0"/>
          </a:p>
          <a:p>
            <a:r>
              <a:rPr lang="de-DE" b="1" dirty="0" err="1"/>
              <a:t>metria</a:t>
            </a:r>
            <a:endParaRPr lang="de-DE" b="1" dirty="0"/>
          </a:p>
          <a:p>
            <a:r>
              <a:rPr lang="de-DE" dirty="0"/>
              <a:t>(Engine)</a:t>
            </a:r>
          </a:p>
        </p:txBody>
      </p:sp>
      <p:cxnSp>
        <p:nvCxnSpPr>
          <p:cNvPr id="88" name="Verbinder: gewinkelt 87">
            <a:extLst>
              <a:ext uri="{FF2B5EF4-FFF2-40B4-BE49-F238E27FC236}">
                <a16:creationId xmlns:a16="http://schemas.microsoft.com/office/drawing/2014/main" id="{E819E1AB-6AC7-0AA3-4466-B0AB715991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47360" y="3647775"/>
            <a:ext cx="1625874" cy="92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A8CEF196-F0F2-903A-8BE6-AC9F9A383F19}"/>
              </a:ext>
            </a:extLst>
          </p:cNvPr>
          <p:cNvSpPr txBox="1"/>
          <p:nvPr/>
        </p:nvSpPr>
        <p:spPr>
          <a:xfrm>
            <a:off x="6025408" y="3881729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43AEC9C7-6F0D-2109-3A93-193CE201885C}"/>
              </a:ext>
            </a:extLst>
          </p:cNvPr>
          <p:cNvSpPr txBox="1"/>
          <p:nvPr/>
        </p:nvSpPr>
        <p:spPr>
          <a:xfrm>
            <a:off x="8315658" y="4994962"/>
            <a:ext cx="1106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Astrono</a:t>
            </a:r>
            <a:endParaRPr lang="de-DE" sz="1100" dirty="0"/>
          </a:p>
          <a:p>
            <a:r>
              <a:rPr lang="de-DE" sz="1100" dirty="0" err="1"/>
              <a:t>metria</a:t>
            </a:r>
            <a:r>
              <a:rPr lang="de-DE" sz="1100" dirty="0"/>
              <a:t> </a:t>
            </a:r>
          </a:p>
          <a:p>
            <a:r>
              <a:rPr lang="de-DE" sz="1100" dirty="0"/>
              <a:t>Data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23A116E3-57DE-D174-3285-B1AB1363043D}"/>
              </a:ext>
            </a:extLst>
          </p:cNvPr>
          <p:cNvSpPr txBox="1"/>
          <p:nvPr/>
        </p:nvSpPr>
        <p:spPr>
          <a:xfrm>
            <a:off x="10996503" y="1600347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Analysis</a:t>
            </a:r>
          </a:p>
          <a:p>
            <a:r>
              <a:rPr lang="de-DE" sz="1100" dirty="0"/>
              <a:t>Report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0643347E-0BED-BBB4-F40F-EF9CC3F956AB}"/>
              </a:ext>
            </a:extLst>
          </p:cNvPr>
          <p:cNvSpPr/>
          <p:nvPr/>
        </p:nvSpPr>
        <p:spPr>
          <a:xfrm>
            <a:off x="10417927" y="2628214"/>
            <a:ext cx="1106549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FDE0A02C-0DFB-9FA8-CE03-0C9772DC0204}"/>
              </a:ext>
            </a:extLst>
          </p:cNvPr>
          <p:cNvSpPr txBox="1"/>
          <p:nvPr/>
        </p:nvSpPr>
        <p:spPr>
          <a:xfrm>
            <a:off x="10475678" y="2619491"/>
            <a:ext cx="1012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Analysis</a:t>
            </a:r>
          </a:p>
          <a:p>
            <a:r>
              <a:rPr lang="de-DE" dirty="0"/>
              <a:t>Reports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4A9BE9E4-28F1-5D24-374B-89FC6BE995BE}"/>
              </a:ext>
            </a:extLst>
          </p:cNvPr>
          <p:cNvSpPr txBox="1"/>
          <p:nvPr/>
        </p:nvSpPr>
        <p:spPr>
          <a:xfrm>
            <a:off x="6006932" y="1816770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5BD4EBE4-6F65-13C5-E949-2DF4D18EB9C7}"/>
              </a:ext>
            </a:extLst>
          </p:cNvPr>
          <p:cNvSpPr txBox="1"/>
          <p:nvPr/>
        </p:nvSpPr>
        <p:spPr>
          <a:xfrm>
            <a:off x="1226347" y="1732529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 err="1"/>
              <a:t>Candidate</a:t>
            </a:r>
            <a:endParaRPr lang="de-DE" sz="1100" b="1" dirty="0"/>
          </a:p>
          <a:p>
            <a:r>
              <a:rPr lang="de-DE" sz="11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created</a:t>
            </a:r>
            <a:endParaRPr lang="de-DE" sz="11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B9F3E80A-AED0-BF76-83CD-48841CC76D02}"/>
              </a:ext>
            </a:extLst>
          </p:cNvPr>
          <p:cNvSpPr txBox="1"/>
          <p:nvPr/>
        </p:nvSpPr>
        <p:spPr>
          <a:xfrm>
            <a:off x="2110248" y="3736380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 err="1"/>
              <a:t>Candidate</a:t>
            </a:r>
            <a:endParaRPr lang="de-DE" sz="1100" b="1" dirty="0"/>
          </a:p>
          <a:p>
            <a:r>
              <a:rPr lang="de-DE" sz="11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created</a:t>
            </a:r>
            <a:endParaRPr lang="de-DE" sz="11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B2A85C38-5373-2039-C02A-2A3921CBF71E}"/>
              </a:ext>
            </a:extLst>
          </p:cNvPr>
          <p:cNvSpPr txBox="1"/>
          <p:nvPr/>
        </p:nvSpPr>
        <p:spPr>
          <a:xfrm>
            <a:off x="3847965" y="1808716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 err="1"/>
              <a:t>Candidate</a:t>
            </a:r>
            <a:endParaRPr lang="de-DE" sz="1100" b="1" dirty="0"/>
          </a:p>
          <a:p>
            <a:r>
              <a:rPr lang="de-DE" sz="11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created</a:t>
            </a:r>
            <a:endParaRPr lang="de-DE" sz="11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60B6B781-7D1F-290F-5049-0F7754A80C10}"/>
              </a:ext>
            </a:extLst>
          </p:cNvPr>
          <p:cNvSpPr txBox="1"/>
          <p:nvPr/>
        </p:nvSpPr>
        <p:spPr>
          <a:xfrm>
            <a:off x="10927076" y="4994962"/>
            <a:ext cx="14337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Edge </a:t>
            </a:r>
            <a:r>
              <a:rPr lang="de-DE" sz="1100" dirty="0" err="1"/>
              <a:t>Candidates</a:t>
            </a:r>
            <a:endParaRPr lang="de-DE" sz="1100" dirty="0"/>
          </a:p>
          <a:p>
            <a:r>
              <a:rPr lang="de-DE" sz="1100" b="1" dirty="0"/>
              <a:t>(</a:t>
            </a:r>
            <a:r>
              <a:rPr lang="de-DE" sz="1100" b="1" dirty="0" err="1"/>
              <a:t>self</a:t>
            </a:r>
            <a:r>
              <a:rPr lang="de-DE" sz="1100" b="1" dirty="0"/>
              <a:t> </a:t>
            </a:r>
            <a:r>
              <a:rPr lang="de-DE" sz="1100" b="1" dirty="0" err="1"/>
              <a:t>extending</a:t>
            </a:r>
            <a:r>
              <a:rPr lang="de-DE" sz="1100" b="1" dirty="0"/>
              <a:t> </a:t>
            </a:r>
            <a:r>
              <a:rPr lang="de-DE" sz="1100" b="1" dirty="0" err="1"/>
              <a:t>path</a:t>
            </a:r>
            <a:r>
              <a:rPr lang="de-DE" sz="1100" b="1" dirty="0"/>
              <a:t>)</a:t>
            </a:r>
          </a:p>
        </p:txBody>
      </p: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D36032E8-CE98-565D-E11D-6E59F17A011F}"/>
              </a:ext>
            </a:extLst>
          </p:cNvPr>
          <p:cNvCxnSpPr>
            <a:stCxn id="58" idx="0"/>
            <a:endCxn id="65" idx="2"/>
          </p:cNvCxnSpPr>
          <p:nvPr/>
        </p:nvCxnSpPr>
        <p:spPr>
          <a:xfrm rot="5400000" flipH="1" flipV="1">
            <a:off x="6546824" y="-196056"/>
            <a:ext cx="302537" cy="1430852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Verbinder: gewinkelt 147">
            <a:extLst>
              <a:ext uri="{FF2B5EF4-FFF2-40B4-BE49-F238E27FC236}">
                <a16:creationId xmlns:a16="http://schemas.microsoft.com/office/drawing/2014/main" id="{71BD9BA5-F2CE-EC53-B153-C26645B6ED59}"/>
              </a:ext>
            </a:extLst>
          </p:cNvPr>
          <p:cNvCxnSpPr>
            <a:cxnSpLocks/>
          </p:cNvCxnSpPr>
          <p:nvPr/>
        </p:nvCxnSpPr>
        <p:spPr>
          <a:xfrm rot="5400000">
            <a:off x="7115413" y="4148990"/>
            <a:ext cx="1346708" cy="1833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feld 148">
            <a:extLst>
              <a:ext uri="{FF2B5EF4-FFF2-40B4-BE49-F238E27FC236}">
                <a16:creationId xmlns:a16="http://schemas.microsoft.com/office/drawing/2014/main" id="{1030F40B-8595-B67E-4D4E-3A38D2593168}"/>
              </a:ext>
            </a:extLst>
          </p:cNvPr>
          <p:cNvSpPr txBox="1"/>
          <p:nvPr/>
        </p:nvSpPr>
        <p:spPr>
          <a:xfrm>
            <a:off x="7869158" y="3910951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grpSp>
        <p:nvGrpSpPr>
          <p:cNvPr id="175" name="Gruppieren 174">
            <a:extLst>
              <a:ext uri="{FF2B5EF4-FFF2-40B4-BE49-F238E27FC236}">
                <a16:creationId xmlns:a16="http://schemas.microsoft.com/office/drawing/2014/main" id="{12A186FC-C949-49E1-C6E3-79D86FF501A7}"/>
              </a:ext>
            </a:extLst>
          </p:cNvPr>
          <p:cNvGrpSpPr/>
          <p:nvPr/>
        </p:nvGrpSpPr>
        <p:grpSpPr>
          <a:xfrm>
            <a:off x="45406" y="423920"/>
            <a:ext cx="1122423" cy="1855880"/>
            <a:chOff x="132590" y="547892"/>
            <a:chExt cx="1122423" cy="185588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66D50FDA-A3C5-486B-82B4-45911D1FE858}"/>
                </a:ext>
              </a:extLst>
            </p:cNvPr>
            <p:cNvSpPr/>
            <p:nvPr/>
          </p:nvSpPr>
          <p:spPr>
            <a:xfrm>
              <a:off x="535131" y="547892"/>
              <a:ext cx="294967" cy="29496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54" name="Gerader Verbinder 153">
              <a:extLst>
                <a:ext uri="{FF2B5EF4-FFF2-40B4-BE49-F238E27FC236}">
                  <a16:creationId xmlns:a16="http://schemas.microsoft.com/office/drawing/2014/main" id="{A83137BA-AD45-067B-A4CD-0DD55F0E7393}"/>
                </a:ext>
              </a:extLst>
            </p:cNvPr>
            <p:cNvCxnSpPr>
              <a:stCxn id="153" idx="4"/>
            </p:cNvCxnSpPr>
            <p:nvPr/>
          </p:nvCxnSpPr>
          <p:spPr>
            <a:xfrm flipH="1">
              <a:off x="682614" y="842859"/>
              <a:ext cx="1" cy="570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2B68E7C2-8E58-940F-E18C-9C903E13AC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131" y="1413132"/>
              <a:ext cx="147483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Gerader Verbinder 155">
              <a:extLst>
                <a:ext uri="{FF2B5EF4-FFF2-40B4-BE49-F238E27FC236}">
                  <a16:creationId xmlns:a16="http://schemas.microsoft.com/office/drawing/2014/main" id="{CBC20629-B6D3-311F-E522-483DA36CEC72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4" y="1413132"/>
              <a:ext cx="144626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r Verbinder 156">
              <a:extLst>
                <a:ext uri="{FF2B5EF4-FFF2-40B4-BE49-F238E27FC236}">
                  <a16:creationId xmlns:a16="http://schemas.microsoft.com/office/drawing/2014/main" id="{4D206625-A667-77FF-3CB0-C791982D4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496" y="999697"/>
              <a:ext cx="5407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feld 157">
              <a:extLst>
                <a:ext uri="{FF2B5EF4-FFF2-40B4-BE49-F238E27FC236}">
                  <a16:creationId xmlns:a16="http://schemas.microsoft.com/office/drawing/2014/main" id="{A5161354-5FA1-F77E-A94D-E204849BA158}"/>
                </a:ext>
              </a:extLst>
            </p:cNvPr>
            <p:cNvSpPr txBox="1"/>
            <p:nvPr/>
          </p:nvSpPr>
          <p:spPr>
            <a:xfrm>
              <a:off x="132590" y="1757441"/>
              <a:ext cx="11224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/>
                <a:t>Scenario</a:t>
              </a:r>
            </a:p>
            <a:p>
              <a:r>
                <a:rPr lang="de-DE" b="1" dirty="0"/>
                <a:t>Designer</a:t>
              </a:r>
            </a:p>
          </p:txBody>
        </p:sp>
      </p:grp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9BB4C4C1-B22A-4095-9379-F73A97ABBE6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997346" y="1182123"/>
            <a:ext cx="7976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Verbinder: gewinkelt 162">
            <a:extLst>
              <a:ext uri="{FF2B5EF4-FFF2-40B4-BE49-F238E27FC236}">
                <a16:creationId xmlns:a16="http://schemas.microsoft.com/office/drawing/2014/main" id="{88ACD159-ACEA-ADAC-3B42-20F47642422B}"/>
              </a:ext>
            </a:extLst>
          </p:cNvPr>
          <p:cNvCxnSpPr>
            <a:cxnSpLocks/>
            <a:endCxn id="8" idx="0"/>
          </p:cNvCxnSpPr>
          <p:nvPr/>
        </p:nvCxnSpPr>
        <p:spPr>
          <a:xfrm flipV="1">
            <a:off x="997346" y="957945"/>
            <a:ext cx="2932126" cy="86679"/>
          </a:xfrm>
          <a:prstGeom prst="bentConnector4">
            <a:avLst>
              <a:gd name="adj1" fmla="val 11873"/>
              <a:gd name="adj2" fmla="val 9241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feld 181">
            <a:extLst>
              <a:ext uri="{FF2B5EF4-FFF2-40B4-BE49-F238E27FC236}">
                <a16:creationId xmlns:a16="http://schemas.microsoft.com/office/drawing/2014/main" id="{E003DAEF-B52F-C5C0-C3AA-612D992A9C39}"/>
              </a:ext>
            </a:extLst>
          </p:cNvPr>
          <p:cNvSpPr txBox="1"/>
          <p:nvPr/>
        </p:nvSpPr>
        <p:spPr>
          <a:xfrm>
            <a:off x="7810395" y="2658038"/>
            <a:ext cx="748997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sp>
        <p:nvSpPr>
          <p:cNvPr id="184" name="Textfeld 183">
            <a:extLst>
              <a:ext uri="{FF2B5EF4-FFF2-40B4-BE49-F238E27FC236}">
                <a16:creationId xmlns:a16="http://schemas.microsoft.com/office/drawing/2014/main" id="{C2C6020E-1FBA-EADB-633A-A335FCC7D791}"/>
              </a:ext>
            </a:extLst>
          </p:cNvPr>
          <p:cNvSpPr txBox="1"/>
          <p:nvPr/>
        </p:nvSpPr>
        <p:spPr>
          <a:xfrm>
            <a:off x="9373406" y="858238"/>
            <a:ext cx="1012072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Analysis</a:t>
            </a:r>
          </a:p>
          <a:p>
            <a:r>
              <a:rPr lang="de-DE" dirty="0"/>
              <a:t>Tool</a:t>
            </a:r>
          </a:p>
        </p:txBody>
      </p:sp>
      <p:sp>
        <p:nvSpPr>
          <p:cNvPr id="188" name="Textfeld 187">
            <a:extLst>
              <a:ext uri="{FF2B5EF4-FFF2-40B4-BE49-F238E27FC236}">
                <a16:creationId xmlns:a16="http://schemas.microsoft.com/office/drawing/2014/main" id="{A173514B-1A1E-9D1D-51D0-935485ECAAA8}"/>
              </a:ext>
            </a:extLst>
          </p:cNvPr>
          <p:cNvSpPr txBox="1"/>
          <p:nvPr/>
        </p:nvSpPr>
        <p:spPr>
          <a:xfrm>
            <a:off x="8863850" y="2574006"/>
            <a:ext cx="1463153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Astrono</a:t>
            </a:r>
            <a:endParaRPr lang="de-DE" dirty="0"/>
          </a:p>
          <a:p>
            <a:r>
              <a:rPr lang="de-DE" dirty="0" err="1"/>
              <a:t>metria</a:t>
            </a:r>
            <a:endParaRPr lang="de-DE" dirty="0"/>
          </a:p>
          <a:p>
            <a:r>
              <a:rPr lang="de-DE" dirty="0"/>
              <a:t>Data</a:t>
            </a:r>
          </a:p>
          <a:p>
            <a:endParaRPr lang="de-DE" dirty="0"/>
          </a:p>
        </p:txBody>
      </p:sp>
      <p:cxnSp>
        <p:nvCxnSpPr>
          <p:cNvPr id="191" name="Verbinder: gewinkelt 190">
            <a:extLst>
              <a:ext uri="{FF2B5EF4-FFF2-40B4-BE49-F238E27FC236}">
                <a16:creationId xmlns:a16="http://schemas.microsoft.com/office/drawing/2014/main" id="{D7565BAF-C8C0-B8CE-193D-6185F22DA084}"/>
              </a:ext>
            </a:extLst>
          </p:cNvPr>
          <p:cNvCxnSpPr>
            <a:cxnSpLocks/>
            <a:stCxn id="83" idx="3"/>
            <a:endCxn id="188" idx="2"/>
          </p:cNvCxnSpPr>
          <p:nvPr/>
        </p:nvCxnSpPr>
        <p:spPr>
          <a:xfrm flipV="1">
            <a:off x="8023691" y="3774335"/>
            <a:ext cx="1571736" cy="17582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feld 191">
            <a:extLst>
              <a:ext uri="{FF2B5EF4-FFF2-40B4-BE49-F238E27FC236}">
                <a16:creationId xmlns:a16="http://schemas.microsoft.com/office/drawing/2014/main" id="{548E9AB8-B395-99BD-0674-A25DC669E009}"/>
              </a:ext>
            </a:extLst>
          </p:cNvPr>
          <p:cNvSpPr txBox="1"/>
          <p:nvPr/>
        </p:nvSpPr>
        <p:spPr>
          <a:xfrm>
            <a:off x="7996542" y="1600347"/>
            <a:ext cx="76490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cxnSp>
        <p:nvCxnSpPr>
          <p:cNvPr id="194" name="Verbinder: gewinkelt 193">
            <a:extLst>
              <a:ext uri="{FF2B5EF4-FFF2-40B4-BE49-F238E27FC236}">
                <a16:creationId xmlns:a16="http://schemas.microsoft.com/office/drawing/2014/main" id="{D70ED3B4-B200-28D3-A850-5C205B3D4D85}"/>
              </a:ext>
            </a:extLst>
          </p:cNvPr>
          <p:cNvCxnSpPr>
            <a:cxnSpLocks/>
            <a:stCxn id="70" idx="3"/>
            <a:endCxn id="184" idx="1"/>
          </p:cNvCxnSpPr>
          <p:nvPr/>
        </p:nvCxnSpPr>
        <p:spPr>
          <a:xfrm flipV="1">
            <a:off x="8604473" y="1181404"/>
            <a:ext cx="768933" cy="1919024"/>
          </a:xfrm>
          <a:prstGeom prst="bentConnector3">
            <a:avLst>
              <a:gd name="adj1" fmla="val 115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Verbinder: gewinkelt 198">
            <a:extLst>
              <a:ext uri="{FF2B5EF4-FFF2-40B4-BE49-F238E27FC236}">
                <a16:creationId xmlns:a16="http://schemas.microsoft.com/office/drawing/2014/main" id="{6C360329-A258-9E90-5BC5-553F221CEE6F}"/>
              </a:ext>
            </a:extLst>
          </p:cNvPr>
          <p:cNvCxnSpPr>
            <a:cxnSpLocks/>
            <a:stCxn id="188" idx="0"/>
            <a:endCxn id="184" idx="2"/>
          </p:cNvCxnSpPr>
          <p:nvPr/>
        </p:nvCxnSpPr>
        <p:spPr>
          <a:xfrm rot="5400000" flipH="1" flipV="1">
            <a:off x="9202716" y="1897281"/>
            <a:ext cx="1069437" cy="2840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feld 199">
            <a:extLst>
              <a:ext uri="{FF2B5EF4-FFF2-40B4-BE49-F238E27FC236}">
                <a16:creationId xmlns:a16="http://schemas.microsoft.com/office/drawing/2014/main" id="{41288FFF-428B-00DE-AB06-186A8F4BFC78}"/>
              </a:ext>
            </a:extLst>
          </p:cNvPr>
          <p:cNvSpPr txBox="1"/>
          <p:nvPr/>
        </p:nvSpPr>
        <p:spPr>
          <a:xfrm>
            <a:off x="9820251" y="1518987"/>
            <a:ext cx="71113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Astrono</a:t>
            </a:r>
            <a:endParaRPr lang="de-DE" sz="1100" dirty="0"/>
          </a:p>
          <a:p>
            <a:r>
              <a:rPr lang="de-DE" sz="1100" dirty="0" err="1"/>
              <a:t>metria</a:t>
            </a:r>
            <a:r>
              <a:rPr lang="de-DE" sz="1100" dirty="0"/>
              <a:t> </a:t>
            </a:r>
          </a:p>
          <a:p>
            <a:r>
              <a:rPr lang="de-DE" sz="1100" dirty="0"/>
              <a:t>Data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cxnSp>
        <p:nvCxnSpPr>
          <p:cNvPr id="202" name="Verbinder: gewinkelt 201">
            <a:extLst>
              <a:ext uri="{FF2B5EF4-FFF2-40B4-BE49-F238E27FC236}">
                <a16:creationId xmlns:a16="http://schemas.microsoft.com/office/drawing/2014/main" id="{9F8D1039-9005-2E63-9864-6570EF99128D}"/>
              </a:ext>
            </a:extLst>
          </p:cNvPr>
          <p:cNvCxnSpPr>
            <a:cxnSpLocks/>
            <a:stCxn id="184" idx="3"/>
            <a:endCxn id="119" idx="0"/>
          </p:cNvCxnSpPr>
          <p:nvPr/>
        </p:nvCxnSpPr>
        <p:spPr>
          <a:xfrm>
            <a:off x="10385478" y="1181404"/>
            <a:ext cx="585724" cy="14468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Rechteck 207">
            <a:extLst>
              <a:ext uri="{FF2B5EF4-FFF2-40B4-BE49-F238E27FC236}">
                <a16:creationId xmlns:a16="http://schemas.microsoft.com/office/drawing/2014/main" id="{F093C1EE-2C54-EF0F-76C7-323EB719E2FD}"/>
              </a:ext>
            </a:extLst>
          </p:cNvPr>
          <p:cNvSpPr/>
          <p:nvPr/>
        </p:nvSpPr>
        <p:spPr>
          <a:xfrm>
            <a:off x="2422761" y="4994962"/>
            <a:ext cx="1132248" cy="13412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0" name="Verbinder: gewinkelt 209">
            <a:extLst>
              <a:ext uri="{FF2B5EF4-FFF2-40B4-BE49-F238E27FC236}">
                <a16:creationId xmlns:a16="http://schemas.microsoft.com/office/drawing/2014/main" id="{30D6E190-53F1-2BCD-497E-7D2F21990A86}"/>
              </a:ext>
            </a:extLst>
          </p:cNvPr>
          <p:cNvCxnSpPr>
            <a:endCxn id="208" idx="2"/>
          </p:cNvCxnSpPr>
          <p:nvPr/>
        </p:nvCxnSpPr>
        <p:spPr>
          <a:xfrm rot="10800000" flipV="1">
            <a:off x="2988885" y="3257099"/>
            <a:ext cx="7949868" cy="3079152"/>
          </a:xfrm>
          <a:prstGeom prst="bentConnector4">
            <a:avLst>
              <a:gd name="adj1" fmla="val 71"/>
              <a:gd name="adj2" fmla="val 1074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feld 217">
            <a:extLst>
              <a:ext uri="{FF2B5EF4-FFF2-40B4-BE49-F238E27FC236}">
                <a16:creationId xmlns:a16="http://schemas.microsoft.com/office/drawing/2014/main" id="{126E7F85-0FA0-0309-AF06-4CD94D591156}"/>
              </a:ext>
            </a:extLst>
          </p:cNvPr>
          <p:cNvSpPr txBox="1"/>
          <p:nvPr/>
        </p:nvSpPr>
        <p:spPr>
          <a:xfrm>
            <a:off x="9711031" y="3115347"/>
            <a:ext cx="572335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cxnSp>
        <p:nvCxnSpPr>
          <p:cNvPr id="233" name="Verbinder: gewinkelt 232">
            <a:extLst>
              <a:ext uri="{FF2B5EF4-FFF2-40B4-BE49-F238E27FC236}">
                <a16:creationId xmlns:a16="http://schemas.microsoft.com/office/drawing/2014/main" id="{1496053E-5A55-354B-72D0-63EDC1DE5471}"/>
              </a:ext>
            </a:extLst>
          </p:cNvPr>
          <p:cNvCxnSpPr>
            <a:stCxn id="8" idx="2"/>
            <a:endCxn id="15" idx="0"/>
          </p:cNvCxnSpPr>
          <p:nvPr/>
        </p:nvCxnSpPr>
        <p:spPr>
          <a:xfrm rot="5400000">
            <a:off x="2656785" y="1355529"/>
            <a:ext cx="870777" cy="16745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96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5A2E-06E7-C7FC-025E-D056D7B1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CC2D7E3E-4C2D-82CD-F750-5956D626330B}"/>
              </a:ext>
            </a:extLst>
          </p:cNvPr>
          <p:cNvSpPr/>
          <p:nvPr/>
        </p:nvSpPr>
        <p:spPr>
          <a:xfrm>
            <a:off x="3528178" y="1044623"/>
            <a:ext cx="948689" cy="8545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A47114D7-5EC2-3B13-9E8D-7D962EBB9978}"/>
              </a:ext>
            </a:extLst>
          </p:cNvPr>
          <p:cNvSpPr/>
          <p:nvPr/>
        </p:nvSpPr>
        <p:spPr>
          <a:xfrm>
            <a:off x="5503001" y="765548"/>
            <a:ext cx="1112357" cy="103362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956C559-D2C5-34A9-6FE8-36695E6A091E}"/>
              </a:ext>
            </a:extLst>
          </p:cNvPr>
          <p:cNvSpPr/>
          <p:nvPr/>
        </p:nvSpPr>
        <p:spPr>
          <a:xfrm>
            <a:off x="1795003" y="606805"/>
            <a:ext cx="1248696" cy="11506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872D2D9-0874-D126-71E0-BADA017B26C2}"/>
              </a:ext>
            </a:extLst>
          </p:cNvPr>
          <p:cNvSpPr txBox="1"/>
          <p:nvPr/>
        </p:nvSpPr>
        <p:spPr>
          <a:xfrm>
            <a:off x="1890444" y="742747"/>
            <a:ext cx="11176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chemeClr val="bg1">
                    <a:lumMod val="85000"/>
                  </a:schemeClr>
                </a:solidFill>
              </a:rPr>
              <a:t>Meeus</a:t>
            </a:r>
            <a:endParaRPr lang="de-DE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de-DE" b="1" dirty="0">
                <a:solidFill>
                  <a:schemeClr val="bg1">
                    <a:lumMod val="85000"/>
                  </a:schemeClr>
                </a:solidFill>
              </a:rPr>
              <a:t>Scenario</a:t>
            </a:r>
          </a:p>
          <a:p>
            <a:r>
              <a:rPr lang="de-DE" b="1" dirty="0">
                <a:solidFill>
                  <a:schemeClr val="bg1">
                    <a:lumMod val="85000"/>
                  </a:schemeClr>
                </a:solidFill>
              </a:rPr>
              <a:t>Factory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FAA9D3-7241-57E5-C718-977843153C21}"/>
              </a:ext>
            </a:extLst>
          </p:cNvPr>
          <p:cNvSpPr/>
          <p:nvPr/>
        </p:nvSpPr>
        <p:spPr>
          <a:xfrm>
            <a:off x="861552" y="2433110"/>
            <a:ext cx="10717994" cy="14704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C064ADD-D73C-A585-4563-4F5589D3340A}"/>
              </a:ext>
            </a:extLst>
          </p:cNvPr>
          <p:cNvSpPr txBox="1"/>
          <p:nvPr/>
        </p:nvSpPr>
        <p:spPr>
          <a:xfrm>
            <a:off x="3054067" y="3497468"/>
            <a:ext cx="150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AstronoData</a:t>
            </a:r>
            <a:endParaRPr lang="de-DE" b="1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B1B7E6A-6932-F4D7-E6A2-365C36BCE96E}"/>
              </a:ext>
            </a:extLst>
          </p:cNvPr>
          <p:cNvSpPr/>
          <p:nvPr/>
        </p:nvSpPr>
        <p:spPr>
          <a:xfrm>
            <a:off x="3427158" y="957945"/>
            <a:ext cx="1004628" cy="7994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E4D307D-34F3-4B08-DF8C-4914AF0E44A2}"/>
              </a:ext>
            </a:extLst>
          </p:cNvPr>
          <p:cNvSpPr txBox="1"/>
          <p:nvPr/>
        </p:nvSpPr>
        <p:spPr>
          <a:xfrm>
            <a:off x="3479918" y="1007462"/>
            <a:ext cx="928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>
                    <a:lumMod val="85000"/>
                  </a:schemeClr>
                </a:solidFill>
              </a:rPr>
              <a:t>Other</a:t>
            </a:r>
          </a:p>
          <a:p>
            <a:r>
              <a:rPr lang="de-DE" sz="1200" dirty="0">
                <a:solidFill>
                  <a:schemeClr val="bg1">
                    <a:lumMod val="85000"/>
                  </a:schemeClr>
                </a:solidFill>
              </a:rPr>
              <a:t>Scenario</a:t>
            </a:r>
          </a:p>
          <a:p>
            <a:r>
              <a:rPr lang="de-DE" sz="1200" dirty="0">
                <a:solidFill>
                  <a:schemeClr val="bg1">
                    <a:lumMod val="85000"/>
                  </a:schemeClr>
                </a:solidFill>
              </a:rPr>
              <a:t>Generators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A8475FB-E0B9-2EB9-E507-B507D00C5A9E}"/>
              </a:ext>
            </a:extLst>
          </p:cNvPr>
          <p:cNvCxnSpPr/>
          <p:nvPr/>
        </p:nvCxnSpPr>
        <p:spPr>
          <a:xfrm>
            <a:off x="2085053" y="1757440"/>
            <a:ext cx="0" cy="870776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2737C5FC-5394-0E87-D0AE-B134C73943EE}"/>
              </a:ext>
            </a:extLst>
          </p:cNvPr>
          <p:cNvSpPr/>
          <p:nvPr/>
        </p:nvSpPr>
        <p:spPr>
          <a:xfrm>
            <a:off x="1144634" y="2628217"/>
            <a:ext cx="2220480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1620FF6-C709-9B57-CB17-C6AED70F00E4}"/>
              </a:ext>
            </a:extLst>
          </p:cNvPr>
          <p:cNvSpPr txBox="1"/>
          <p:nvPr/>
        </p:nvSpPr>
        <p:spPr>
          <a:xfrm>
            <a:off x="1144634" y="2769905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ScenarioCandidates</a:t>
            </a:r>
            <a:endParaRPr lang="de-DE" dirty="0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4BCE6BB-284C-5AA2-D3BF-15D5138D8930}"/>
              </a:ext>
            </a:extLst>
          </p:cNvPr>
          <p:cNvCxnSpPr>
            <a:cxnSpLocks/>
          </p:cNvCxnSpPr>
          <p:nvPr/>
        </p:nvCxnSpPr>
        <p:spPr>
          <a:xfrm>
            <a:off x="3043699" y="3239654"/>
            <a:ext cx="0" cy="16051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9725867B-E8EA-6ABB-233A-B4BC2EEAB9B8}"/>
              </a:ext>
            </a:extLst>
          </p:cNvPr>
          <p:cNvSpPr txBox="1"/>
          <p:nvPr/>
        </p:nvSpPr>
        <p:spPr>
          <a:xfrm>
            <a:off x="694192" y="4994962"/>
            <a:ext cx="15283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Maintainer</a:t>
            </a:r>
            <a:endParaRPr lang="de-DE" b="1" dirty="0"/>
          </a:p>
          <a:p>
            <a:r>
              <a:rPr lang="de-DE" dirty="0"/>
              <a:t>Review</a:t>
            </a:r>
          </a:p>
          <a:p>
            <a:r>
              <a:rPr lang="de-DE" dirty="0"/>
              <a:t>(</a:t>
            </a:r>
            <a:r>
              <a:rPr lang="de-DE" dirty="0" err="1"/>
              <a:t>Governance</a:t>
            </a:r>
            <a:r>
              <a:rPr lang="de-DE" dirty="0"/>
              <a:t>)</a:t>
            </a:r>
          </a:p>
        </p:txBody>
      </p:sp>
      <p:grpSp>
        <p:nvGrpSpPr>
          <p:cNvPr id="203" name="Gruppieren 202">
            <a:extLst>
              <a:ext uri="{FF2B5EF4-FFF2-40B4-BE49-F238E27FC236}">
                <a16:creationId xmlns:a16="http://schemas.microsoft.com/office/drawing/2014/main" id="{770BF2F1-DA56-F2A4-854D-75C7C92EAC2B}"/>
              </a:ext>
            </a:extLst>
          </p:cNvPr>
          <p:cNvGrpSpPr/>
          <p:nvPr/>
        </p:nvGrpSpPr>
        <p:grpSpPr>
          <a:xfrm>
            <a:off x="2686526" y="5102584"/>
            <a:ext cx="827277" cy="1086238"/>
            <a:chOff x="2801580" y="5080743"/>
            <a:chExt cx="827277" cy="1086238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E4C55638-AFE4-8FCC-54CD-2073C8988D1C}"/>
                </a:ext>
              </a:extLst>
            </p:cNvPr>
            <p:cNvSpPr/>
            <p:nvPr/>
          </p:nvSpPr>
          <p:spPr>
            <a:xfrm>
              <a:off x="2896215" y="5080743"/>
              <a:ext cx="294967" cy="29496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8003FA98-B337-CA5A-7708-6D4646FAEA81}"/>
                </a:ext>
              </a:extLst>
            </p:cNvPr>
            <p:cNvCxnSpPr>
              <a:stCxn id="19" idx="4"/>
            </p:cNvCxnSpPr>
            <p:nvPr/>
          </p:nvCxnSpPr>
          <p:spPr>
            <a:xfrm flipH="1">
              <a:off x="3043698" y="5375710"/>
              <a:ext cx="1" cy="570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FBAE2BFF-34FA-0DAE-DA24-0865FC101C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6215" y="5945983"/>
              <a:ext cx="147483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BF64E0B-99A0-F7FD-DC17-BCCDF157CCDA}"/>
                </a:ext>
              </a:extLst>
            </p:cNvPr>
            <p:cNvCxnSpPr>
              <a:cxnSpLocks/>
            </p:cNvCxnSpPr>
            <p:nvPr/>
          </p:nvCxnSpPr>
          <p:spPr>
            <a:xfrm>
              <a:off x="3043698" y="5945983"/>
              <a:ext cx="144626" cy="220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C6028519-43D7-989A-84F8-968CBE9578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1580" y="5532548"/>
              <a:ext cx="5407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1F581D0B-D099-E403-97DB-AA181D52C3C8}"/>
                </a:ext>
              </a:extLst>
            </p:cNvPr>
            <p:cNvSpPr/>
            <p:nvPr/>
          </p:nvSpPr>
          <p:spPr>
            <a:xfrm>
              <a:off x="3399102" y="5318193"/>
              <a:ext cx="213088" cy="2156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F81E6B2A-0F47-FF9F-190A-E577232451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0834" y="5494473"/>
              <a:ext cx="236154" cy="2156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02ADB197-81F4-6F0C-54DB-A7E5974C15D4}"/>
                </a:ext>
              </a:extLst>
            </p:cNvPr>
            <p:cNvSpPr txBox="1"/>
            <p:nvPr/>
          </p:nvSpPr>
          <p:spPr>
            <a:xfrm flipV="1">
              <a:off x="3504893" y="5239115"/>
              <a:ext cx="123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+</a:t>
              </a:r>
            </a:p>
          </p:txBody>
        </p: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DFDD9A15-0F81-DF37-3CBF-5B3994E9A8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1902" y="5474341"/>
              <a:ext cx="236154" cy="2156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26DD9BE9-B643-164B-0D6C-7FF1EA0BA9DA}"/>
              </a:ext>
            </a:extLst>
          </p:cNvPr>
          <p:cNvCxnSpPr>
            <a:cxnSpLocks/>
          </p:cNvCxnSpPr>
          <p:nvPr/>
        </p:nvCxnSpPr>
        <p:spPr>
          <a:xfrm>
            <a:off x="3436988" y="5756570"/>
            <a:ext cx="74002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66B1C5D7-9706-90AE-84F0-45155297F71E}"/>
              </a:ext>
            </a:extLst>
          </p:cNvPr>
          <p:cNvSpPr txBox="1"/>
          <p:nvPr/>
        </p:nvSpPr>
        <p:spPr>
          <a:xfrm>
            <a:off x="3644188" y="5320698"/>
            <a:ext cx="74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/>
              <a:t>Add</a:t>
            </a:r>
          </a:p>
          <a:p>
            <a:r>
              <a:rPr lang="de-DE" sz="600" dirty="0"/>
              <a:t>Scenario</a:t>
            </a:r>
          </a:p>
          <a:p>
            <a:r>
              <a:rPr lang="de-DE" sz="600" dirty="0" err="1"/>
              <a:t>Meta</a:t>
            </a:r>
            <a:r>
              <a:rPr lang="de-DE" sz="600" dirty="0"/>
              <a:t> Data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C48D5F00-CCC7-6238-73B2-EC9A5D73F8F3}"/>
              </a:ext>
            </a:extLst>
          </p:cNvPr>
          <p:cNvSpPr/>
          <p:nvPr/>
        </p:nvSpPr>
        <p:spPr>
          <a:xfrm>
            <a:off x="3980813" y="2628216"/>
            <a:ext cx="2189516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D07B70D2-6809-0327-A13A-0116D305C17D}"/>
              </a:ext>
            </a:extLst>
          </p:cNvPr>
          <p:cNvSpPr txBox="1"/>
          <p:nvPr/>
        </p:nvSpPr>
        <p:spPr>
          <a:xfrm>
            <a:off x="4205521" y="5156635"/>
            <a:ext cx="1187697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Scenario</a:t>
            </a:r>
          </a:p>
          <a:p>
            <a:r>
              <a:rPr lang="de-DE" dirty="0"/>
              <a:t>Header</a:t>
            </a:r>
          </a:p>
          <a:p>
            <a:r>
              <a:rPr lang="de-DE" dirty="0"/>
              <a:t>Generator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3458AD65-4690-6582-C3CE-912E64A0B5B3}"/>
              </a:ext>
            </a:extLst>
          </p:cNvPr>
          <p:cNvSpPr txBox="1"/>
          <p:nvPr/>
        </p:nvSpPr>
        <p:spPr>
          <a:xfrm>
            <a:off x="5317167" y="4525603"/>
            <a:ext cx="13980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dirty="0"/>
              <a:t>Hash</a:t>
            </a:r>
          </a:p>
          <a:p>
            <a:r>
              <a:rPr lang="de-DE" sz="1100" dirty="0"/>
              <a:t>Status</a:t>
            </a:r>
          </a:p>
          <a:p>
            <a:r>
              <a:rPr lang="de-DE" sz="1100" dirty="0"/>
              <a:t>.</a:t>
            </a:r>
            <a:r>
              <a:rPr lang="de-DE" sz="1100" dirty="0" err="1"/>
              <a:t>maturity</a:t>
            </a:r>
            <a:r>
              <a:rPr lang="de-DE" sz="1100" dirty="0"/>
              <a:t>=</a:t>
            </a:r>
            <a:r>
              <a:rPr lang="de-DE" sz="1100" dirty="0">
                <a:solidFill>
                  <a:srgbClr val="00B050"/>
                </a:solidFill>
              </a:rPr>
              <a:t>release</a:t>
            </a:r>
          </a:p>
          <a:p>
            <a:r>
              <a:rPr lang="de-DE" sz="1100" dirty="0"/>
              <a:t>.</a:t>
            </a:r>
            <a:r>
              <a:rPr lang="de-DE" sz="1100" dirty="0" err="1"/>
              <a:t>visibility</a:t>
            </a:r>
            <a:r>
              <a:rPr lang="de-DE" sz="1100" dirty="0"/>
              <a:t> = </a:t>
            </a:r>
            <a:r>
              <a:rPr lang="de-DE" sz="1100" dirty="0" err="1"/>
              <a:t>public</a:t>
            </a:r>
            <a:endParaRPr lang="de-DE" sz="1100" dirty="0"/>
          </a:p>
        </p:txBody>
      </p:sp>
      <p:cxnSp>
        <p:nvCxnSpPr>
          <p:cNvPr id="51" name="Verbinder: gewinkelt 50">
            <a:extLst>
              <a:ext uri="{FF2B5EF4-FFF2-40B4-BE49-F238E27FC236}">
                <a16:creationId xmlns:a16="http://schemas.microsoft.com/office/drawing/2014/main" id="{8ACE0307-F85C-7307-DB16-2445A2B6378D}"/>
              </a:ext>
            </a:extLst>
          </p:cNvPr>
          <p:cNvCxnSpPr>
            <a:cxnSpLocks/>
            <a:stCxn id="48" idx="3"/>
          </p:cNvCxnSpPr>
          <p:nvPr/>
        </p:nvCxnSpPr>
        <p:spPr>
          <a:xfrm flipH="1" flipV="1">
            <a:off x="5056398" y="3257099"/>
            <a:ext cx="336820" cy="2361201"/>
          </a:xfrm>
          <a:prstGeom prst="bentConnector4">
            <a:avLst>
              <a:gd name="adj1" fmla="val -67870"/>
              <a:gd name="adj2" fmla="val 5977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C02B55A7-9299-5758-0076-4900DC16DD4F}"/>
              </a:ext>
            </a:extLst>
          </p:cNvPr>
          <p:cNvSpPr txBox="1"/>
          <p:nvPr/>
        </p:nvSpPr>
        <p:spPr>
          <a:xfrm>
            <a:off x="5429250" y="2610768"/>
            <a:ext cx="7336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3D88E6D8-8C65-BDAF-F1FA-A352FC237C5B}"/>
              </a:ext>
            </a:extLst>
          </p:cNvPr>
          <p:cNvSpPr txBox="1"/>
          <p:nvPr/>
        </p:nvSpPr>
        <p:spPr>
          <a:xfrm>
            <a:off x="3507165" y="5797649"/>
            <a:ext cx="61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b="1" dirty="0"/>
              <a:t>Status = </a:t>
            </a:r>
          </a:p>
          <a:p>
            <a:r>
              <a:rPr lang="de-DE" sz="900" b="1" dirty="0">
                <a:solidFill>
                  <a:srgbClr val="00B050"/>
                </a:solidFill>
              </a:rPr>
              <a:t>release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9657B043-5814-88BC-4333-60B586FE6C4B}"/>
              </a:ext>
            </a:extLst>
          </p:cNvPr>
          <p:cNvCxnSpPr>
            <a:cxnSpLocks/>
            <a:endCxn id="58" idx="2"/>
          </p:cNvCxnSpPr>
          <p:nvPr/>
        </p:nvCxnSpPr>
        <p:spPr>
          <a:xfrm flipV="1">
            <a:off x="5973882" y="1704266"/>
            <a:ext cx="8784" cy="9371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hteck 57">
            <a:extLst>
              <a:ext uri="{FF2B5EF4-FFF2-40B4-BE49-F238E27FC236}">
                <a16:creationId xmlns:a16="http://schemas.microsoft.com/office/drawing/2014/main" id="{FC299890-D890-C0E2-88D5-B41A51E39FE7}"/>
              </a:ext>
            </a:extLst>
          </p:cNvPr>
          <p:cNvSpPr/>
          <p:nvPr/>
        </p:nvSpPr>
        <p:spPr>
          <a:xfrm>
            <a:off x="5426487" y="670638"/>
            <a:ext cx="1112357" cy="103362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07BC4441-201C-59FE-9E0E-F536F4D5A4BC}"/>
              </a:ext>
            </a:extLst>
          </p:cNvPr>
          <p:cNvSpPr txBox="1"/>
          <p:nvPr/>
        </p:nvSpPr>
        <p:spPr>
          <a:xfrm>
            <a:off x="5433524" y="881025"/>
            <a:ext cx="1165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Truth</a:t>
            </a:r>
          </a:p>
          <a:p>
            <a:r>
              <a:rPr lang="de-DE" b="1" dirty="0" err="1"/>
              <a:t>Factories</a:t>
            </a:r>
            <a:endParaRPr lang="de-DE" b="1" dirty="0"/>
          </a:p>
        </p:txBody>
      </p: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FCA98917-FE96-6791-CAC9-B712CF675C66}"/>
              </a:ext>
            </a:extLst>
          </p:cNvPr>
          <p:cNvGrpSpPr/>
          <p:nvPr/>
        </p:nvGrpSpPr>
        <p:grpSpPr>
          <a:xfrm>
            <a:off x="7407725" y="78767"/>
            <a:ext cx="1867625" cy="578667"/>
            <a:chOff x="6939880" y="200160"/>
            <a:chExt cx="1867625" cy="578667"/>
          </a:xfrm>
        </p:grpSpPr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CE65B3DB-2ECD-7621-F7CA-47A84C134A30}"/>
                </a:ext>
              </a:extLst>
            </p:cNvPr>
            <p:cNvSpPr txBox="1"/>
            <p:nvPr/>
          </p:nvSpPr>
          <p:spPr>
            <a:xfrm>
              <a:off x="7094231" y="283589"/>
              <a:ext cx="14936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Eg. Horizons Engine</a:t>
              </a:r>
            </a:p>
          </p:txBody>
        </p:sp>
        <p:sp>
          <p:nvSpPr>
            <p:cNvPr id="65" name="Wolke 64">
              <a:extLst>
                <a:ext uri="{FF2B5EF4-FFF2-40B4-BE49-F238E27FC236}">
                  <a16:creationId xmlns:a16="http://schemas.microsoft.com/office/drawing/2014/main" id="{05B76225-E377-C5EF-FE9A-67A1F73192D3}"/>
                </a:ext>
              </a:extLst>
            </p:cNvPr>
            <p:cNvSpPr/>
            <p:nvPr/>
          </p:nvSpPr>
          <p:spPr>
            <a:xfrm>
              <a:off x="6939880" y="200160"/>
              <a:ext cx="1867625" cy="578667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9" name="Textfeld 68">
            <a:extLst>
              <a:ext uri="{FF2B5EF4-FFF2-40B4-BE49-F238E27FC236}">
                <a16:creationId xmlns:a16="http://schemas.microsoft.com/office/drawing/2014/main" id="{2744FCB5-9224-B67F-BC24-EF0604377EA7}"/>
              </a:ext>
            </a:extLst>
          </p:cNvPr>
          <p:cNvSpPr txBox="1"/>
          <p:nvPr/>
        </p:nvSpPr>
        <p:spPr>
          <a:xfrm>
            <a:off x="6389161" y="171016"/>
            <a:ext cx="404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API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2D29882D-C7B1-306C-8E21-307ED5485F6F}"/>
              </a:ext>
            </a:extLst>
          </p:cNvPr>
          <p:cNvSpPr/>
          <p:nvPr/>
        </p:nvSpPr>
        <p:spPr>
          <a:xfrm>
            <a:off x="6618070" y="2628216"/>
            <a:ext cx="1986403" cy="944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173EB3EC-ADA2-0FFF-3F17-697554C5EAF5}"/>
              </a:ext>
            </a:extLst>
          </p:cNvPr>
          <p:cNvSpPr txBox="1"/>
          <p:nvPr/>
        </p:nvSpPr>
        <p:spPr>
          <a:xfrm>
            <a:off x="6614645" y="2643968"/>
            <a:ext cx="1246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Factory</a:t>
            </a:r>
          </a:p>
          <a:p>
            <a:r>
              <a:rPr lang="de-DE" dirty="0"/>
              <a:t>Reference </a:t>
            </a:r>
          </a:p>
          <a:p>
            <a:r>
              <a:rPr lang="de-DE" dirty="0"/>
              <a:t>Data</a:t>
            </a:r>
          </a:p>
        </p:txBody>
      </p:sp>
      <p:cxnSp>
        <p:nvCxnSpPr>
          <p:cNvPr id="77" name="Verbinder: gewinkelt 76">
            <a:extLst>
              <a:ext uri="{FF2B5EF4-FFF2-40B4-BE49-F238E27FC236}">
                <a16:creationId xmlns:a16="http://schemas.microsoft.com/office/drawing/2014/main" id="{721666F8-E0CF-B921-4730-1B982276EAA5}"/>
              </a:ext>
            </a:extLst>
          </p:cNvPr>
          <p:cNvCxnSpPr>
            <a:stCxn id="58" idx="3"/>
            <a:endCxn id="73" idx="0"/>
          </p:cNvCxnSpPr>
          <p:nvPr/>
        </p:nvCxnSpPr>
        <p:spPr>
          <a:xfrm>
            <a:off x="6538844" y="1187452"/>
            <a:ext cx="698889" cy="145651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3F0BB65D-62AE-5ADF-55A0-AB4CFA2B44D5}"/>
              </a:ext>
            </a:extLst>
          </p:cNvPr>
          <p:cNvSpPr txBox="1"/>
          <p:nvPr/>
        </p:nvSpPr>
        <p:spPr>
          <a:xfrm>
            <a:off x="6957127" y="981547"/>
            <a:ext cx="9011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902D054F-F58C-6071-D8CC-3FCA5310E659}"/>
              </a:ext>
            </a:extLst>
          </p:cNvPr>
          <p:cNvSpPr txBox="1"/>
          <p:nvPr/>
        </p:nvSpPr>
        <p:spPr>
          <a:xfrm>
            <a:off x="7983190" y="3085765"/>
            <a:ext cx="9011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06F56EEB-C0AD-E039-F7FA-ACC5B0703400}"/>
              </a:ext>
            </a:extLst>
          </p:cNvPr>
          <p:cNvSpPr/>
          <p:nvPr/>
        </p:nvSpPr>
        <p:spPr>
          <a:xfrm>
            <a:off x="6715266" y="4914009"/>
            <a:ext cx="1308425" cy="123708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AC5E533F-B960-1987-BFA1-0591EBECD027}"/>
              </a:ext>
            </a:extLst>
          </p:cNvPr>
          <p:cNvSpPr txBox="1"/>
          <p:nvPr/>
        </p:nvSpPr>
        <p:spPr>
          <a:xfrm>
            <a:off x="6804445" y="5072514"/>
            <a:ext cx="113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Astronometria</a:t>
            </a:r>
            <a:endParaRPr lang="de-DE" b="1" dirty="0"/>
          </a:p>
          <a:p>
            <a:r>
              <a:rPr lang="de-DE" dirty="0"/>
              <a:t>(Engine)</a:t>
            </a:r>
          </a:p>
        </p:txBody>
      </p:sp>
      <p:cxnSp>
        <p:nvCxnSpPr>
          <p:cNvPr id="88" name="Verbinder: gewinkelt 87">
            <a:extLst>
              <a:ext uri="{FF2B5EF4-FFF2-40B4-BE49-F238E27FC236}">
                <a16:creationId xmlns:a16="http://schemas.microsoft.com/office/drawing/2014/main" id="{F794428A-6847-7F6B-5E1B-A227FA81A4E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47360" y="3647775"/>
            <a:ext cx="1625874" cy="922700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9A3E988F-845F-F5B3-1F00-0D68881BA445}"/>
              </a:ext>
            </a:extLst>
          </p:cNvPr>
          <p:cNvSpPr txBox="1"/>
          <p:nvPr/>
        </p:nvSpPr>
        <p:spPr>
          <a:xfrm>
            <a:off x="6025408" y="3881729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A246817F-4D72-56CA-A4E0-C5FC2D3CCC40}"/>
              </a:ext>
            </a:extLst>
          </p:cNvPr>
          <p:cNvSpPr txBox="1"/>
          <p:nvPr/>
        </p:nvSpPr>
        <p:spPr>
          <a:xfrm>
            <a:off x="8315658" y="4994962"/>
            <a:ext cx="1106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Astrono</a:t>
            </a:r>
            <a:endParaRPr lang="de-DE" sz="1100" dirty="0"/>
          </a:p>
          <a:p>
            <a:r>
              <a:rPr lang="de-DE" sz="1100" dirty="0" err="1"/>
              <a:t>metria</a:t>
            </a:r>
            <a:r>
              <a:rPr lang="de-DE" sz="1100" dirty="0"/>
              <a:t> </a:t>
            </a:r>
          </a:p>
          <a:p>
            <a:r>
              <a:rPr lang="de-DE" sz="1100" dirty="0"/>
              <a:t>Data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C5DB9496-F9E6-2A57-EFDC-167E94B32BDA}"/>
              </a:ext>
            </a:extLst>
          </p:cNvPr>
          <p:cNvSpPr txBox="1"/>
          <p:nvPr/>
        </p:nvSpPr>
        <p:spPr>
          <a:xfrm>
            <a:off x="10996503" y="1600347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Analysis</a:t>
            </a:r>
          </a:p>
          <a:p>
            <a:r>
              <a:rPr lang="de-DE" sz="1100" dirty="0"/>
              <a:t>Report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AA3B9DA7-5D09-348F-67FB-E5C6FBCD71DA}"/>
              </a:ext>
            </a:extLst>
          </p:cNvPr>
          <p:cNvSpPr/>
          <p:nvPr/>
        </p:nvSpPr>
        <p:spPr>
          <a:xfrm>
            <a:off x="10417927" y="2628214"/>
            <a:ext cx="1106549" cy="611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096F761B-0B86-FF1C-8EF6-0B43C7803D72}"/>
              </a:ext>
            </a:extLst>
          </p:cNvPr>
          <p:cNvSpPr txBox="1"/>
          <p:nvPr/>
        </p:nvSpPr>
        <p:spPr>
          <a:xfrm>
            <a:off x="10475678" y="2619491"/>
            <a:ext cx="1012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Analysis</a:t>
            </a:r>
          </a:p>
          <a:p>
            <a:r>
              <a:rPr lang="de-DE" dirty="0"/>
              <a:t>Reports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3930E341-0870-2FB3-657F-5640C3D10BC7}"/>
              </a:ext>
            </a:extLst>
          </p:cNvPr>
          <p:cNvSpPr txBox="1"/>
          <p:nvPr/>
        </p:nvSpPr>
        <p:spPr>
          <a:xfrm>
            <a:off x="6006932" y="1816770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  <a:endParaRPr lang="de-DE" sz="1100" b="1" dirty="0">
              <a:solidFill>
                <a:srgbClr val="FF0000"/>
              </a:solidFill>
            </a:endParaRP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39CA7BD4-2EB7-07D5-643A-B1D2EA5B0082}"/>
              </a:ext>
            </a:extLst>
          </p:cNvPr>
          <p:cNvSpPr txBox="1"/>
          <p:nvPr/>
        </p:nvSpPr>
        <p:spPr>
          <a:xfrm>
            <a:off x="1226347" y="1732529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>
                    <a:lumMod val="85000"/>
                  </a:schemeClr>
                </a:solidFill>
              </a:rPr>
              <a:t>Scenario</a:t>
            </a:r>
          </a:p>
          <a:p>
            <a:r>
              <a:rPr lang="de-DE" sz="1100" b="1" dirty="0" err="1">
                <a:solidFill>
                  <a:schemeClr val="bg1">
                    <a:lumMod val="85000"/>
                  </a:schemeClr>
                </a:solidFill>
              </a:rPr>
              <a:t>Candidate</a:t>
            </a:r>
            <a:endParaRPr lang="de-DE" sz="1100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de-DE" sz="1100" b="1" dirty="0" err="1">
                <a:solidFill>
                  <a:schemeClr val="bg1">
                    <a:lumMod val="85000"/>
                  </a:schemeClr>
                </a:solidFill>
              </a:rPr>
              <a:t>created</a:t>
            </a:r>
            <a:endParaRPr lang="de-DE" sz="11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389AC65C-689B-7E70-72EF-80ECE04DF06A}"/>
              </a:ext>
            </a:extLst>
          </p:cNvPr>
          <p:cNvSpPr txBox="1"/>
          <p:nvPr/>
        </p:nvSpPr>
        <p:spPr>
          <a:xfrm>
            <a:off x="2110248" y="3736380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Scenario</a:t>
            </a:r>
          </a:p>
          <a:p>
            <a:r>
              <a:rPr lang="de-DE" sz="1100" b="1" dirty="0" err="1"/>
              <a:t>Candidate</a:t>
            </a:r>
            <a:endParaRPr lang="de-DE" sz="1100" b="1" dirty="0"/>
          </a:p>
          <a:p>
            <a:r>
              <a:rPr lang="de-DE" sz="11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created</a:t>
            </a:r>
            <a:endParaRPr lang="de-DE" sz="11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B99D173F-8248-DA86-AE40-F5EEC3ADD880}"/>
              </a:ext>
            </a:extLst>
          </p:cNvPr>
          <p:cNvSpPr txBox="1"/>
          <p:nvPr/>
        </p:nvSpPr>
        <p:spPr>
          <a:xfrm>
            <a:off x="3847965" y="1808716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>
                    <a:lumMod val="85000"/>
                  </a:schemeClr>
                </a:solidFill>
              </a:rPr>
              <a:t>Scenario</a:t>
            </a:r>
          </a:p>
          <a:p>
            <a:r>
              <a:rPr lang="de-DE" sz="1100" b="1" dirty="0" err="1">
                <a:solidFill>
                  <a:schemeClr val="bg1">
                    <a:lumMod val="85000"/>
                  </a:schemeClr>
                </a:solidFill>
              </a:rPr>
              <a:t>Candidate</a:t>
            </a:r>
            <a:endParaRPr lang="de-DE" sz="1100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de-DE" sz="1100" b="1" dirty="0" err="1">
                <a:solidFill>
                  <a:schemeClr val="bg1">
                    <a:lumMod val="85000"/>
                  </a:schemeClr>
                </a:solidFill>
              </a:rPr>
              <a:t>created</a:t>
            </a:r>
            <a:endParaRPr lang="de-DE" sz="11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FA5DEBF4-5229-6484-EAFF-DB7DFA5E9A42}"/>
              </a:ext>
            </a:extLst>
          </p:cNvPr>
          <p:cNvSpPr txBox="1"/>
          <p:nvPr/>
        </p:nvSpPr>
        <p:spPr>
          <a:xfrm>
            <a:off x="10927076" y="4994962"/>
            <a:ext cx="14337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Edge </a:t>
            </a:r>
            <a:r>
              <a:rPr lang="de-DE" sz="1100" dirty="0" err="1"/>
              <a:t>Candidates</a:t>
            </a:r>
            <a:endParaRPr lang="de-DE" sz="1100" dirty="0"/>
          </a:p>
          <a:p>
            <a:r>
              <a:rPr lang="de-DE" sz="1100" b="1" dirty="0"/>
              <a:t>(</a:t>
            </a:r>
            <a:r>
              <a:rPr lang="de-DE" sz="1100" b="1" dirty="0" err="1"/>
              <a:t>self</a:t>
            </a:r>
            <a:r>
              <a:rPr lang="de-DE" sz="1100" b="1" dirty="0"/>
              <a:t> </a:t>
            </a:r>
            <a:r>
              <a:rPr lang="de-DE" sz="1100" b="1" dirty="0" err="1"/>
              <a:t>extending</a:t>
            </a:r>
            <a:r>
              <a:rPr lang="de-DE" sz="1100" b="1" dirty="0"/>
              <a:t> </a:t>
            </a:r>
            <a:r>
              <a:rPr lang="de-DE" sz="1100" b="1" dirty="0" err="1"/>
              <a:t>path</a:t>
            </a:r>
            <a:r>
              <a:rPr lang="de-DE" sz="1100" b="1" dirty="0"/>
              <a:t>)</a:t>
            </a:r>
          </a:p>
        </p:txBody>
      </p: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E44A52FC-B008-6B03-FEBE-E9EF017A0121}"/>
              </a:ext>
            </a:extLst>
          </p:cNvPr>
          <p:cNvCxnSpPr>
            <a:stCxn id="58" idx="0"/>
            <a:endCxn id="65" idx="2"/>
          </p:cNvCxnSpPr>
          <p:nvPr/>
        </p:nvCxnSpPr>
        <p:spPr>
          <a:xfrm rot="5400000" flipH="1" flipV="1">
            <a:off x="6546824" y="-196056"/>
            <a:ext cx="302537" cy="1430852"/>
          </a:xfrm>
          <a:prstGeom prst="bentConnector2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Verbinder: gewinkelt 147">
            <a:extLst>
              <a:ext uri="{FF2B5EF4-FFF2-40B4-BE49-F238E27FC236}">
                <a16:creationId xmlns:a16="http://schemas.microsoft.com/office/drawing/2014/main" id="{9AF5634C-6010-BAD9-160B-591B236412AC}"/>
              </a:ext>
            </a:extLst>
          </p:cNvPr>
          <p:cNvCxnSpPr>
            <a:cxnSpLocks/>
          </p:cNvCxnSpPr>
          <p:nvPr/>
        </p:nvCxnSpPr>
        <p:spPr>
          <a:xfrm rot="5400000">
            <a:off x="7115413" y="4148990"/>
            <a:ext cx="1346708" cy="183324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feld 148">
            <a:extLst>
              <a:ext uri="{FF2B5EF4-FFF2-40B4-BE49-F238E27FC236}">
                <a16:creationId xmlns:a16="http://schemas.microsoft.com/office/drawing/2014/main" id="{24813978-2563-B8A4-7CFD-71C8C94F79CF}"/>
              </a:ext>
            </a:extLst>
          </p:cNvPr>
          <p:cNvSpPr txBox="1"/>
          <p:nvPr/>
        </p:nvSpPr>
        <p:spPr>
          <a:xfrm>
            <a:off x="7869158" y="3910951"/>
            <a:ext cx="9011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grpSp>
        <p:nvGrpSpPr>
          <p:cNvPr id="175" name="Gruppieren 174">
            <a:extLst>
              <a:ext uri="{FF2B5EF4-FFF2-40B4-BE49-F238E27FC236}">
                <a16:creationId xmlns:a16="http://schemas.microsoft.com/office/drawing/2014/main" id="{5D4B8A36-ABD6-3922-2ED4-B1B23BAFA003}"/>
              </a:ext>
            </a:extLst>
          </p:cNvPr>
          <p:cNvGrpSpPr/>
          <p:nvPr/>
        </p:nvGrpSpPr>
        <p:grpSpPr>
          <a:xfrm>
            <a:off x="45406" y="423920"/>
            <a:ext cx="1122423" cy="1855880"/>
            <a:chOff x="132590" y="547892"/>
            <a:chExt cx="1122423" cy="1855880"/>
          </a:xfrm>
        </p:grpSpPr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26805513-BCB9-94CE-6701-8FD1890C7DCB}"/>
                </a:ext>
              </a:extLst>
            </p:cNvPr>
            <p:cNvSpPr/>
            <p:nvPr/>
          </p:nvSpPr>
          <p:spPr>
            <a:xfrm>
              <a:off x="535131" y="547892"/>
              <a:ext cx="294967" cy="29496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cxnSp>
          <p:nvCxnSpPr>
            <p:cNvPr id="154" name="Gerader Verbinder 153">
              <a:extLst>
                <a:ext uri="{FF2B5EF4-FFF2-40B4-BE49-F238E27FC236}">
                  <a16:creationId xmlns:a16="http://schemas.microsoft.com/office/drawing/2014/main" id="{DA54A8A2-B8A5-DCF9-EA14-1AC2A887A8AC}"/>
                </a:ext>
              </a:extLst>
            </p:cNvPr>
            <p:cNvCxnSpPr>
              <a:stCxn id="153" idx="4"/>
            </p:cNvCxnSpPr>
            <p:nvPr/>
          </p:nvCxnSpPr>
          <p:spPr>
            <a:xfrm flipH="1">
              <a:off x="682614" y="842859"/>
              <a:ext cx="1" cy="57027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82FCD67B-2A32-D626-77B3-0A6D794116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131" y="1413132"/>
              <a:ext cx="147483" cy="22099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Gerader Verbinder 155">
              <a:extLst>
                <a:ext uri="{FF2B5EF4-FFF2-40B4-BE49-F238E27FC236}">
                  <a16:creationId xmlns:a16="http://schemas.microsoft.com/office/drawing/2014/main" id="{2B9C5B47-1F1B-2981-80F2-741F45E89D5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4" y="1413132"/>
              <a:ext cx="144626" cy="22099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r Verbinder 156">
              <a:extLst>
                <a:ext uri="{FF2B5EF4-FFF2-40B4-BE49-F238E27FC236}">
                  <a16:creationId xmlns:a16="http://schemas.microsoft.com/office/drawing/2014/main" id="{6FC44F14-D259-D241-11F2-211BA1999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496" y="999697"/>
              <a:ext cx="54077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feld 157">
              <a:extLst>
                <a:ext uri="{FF2B5EF4-FFF2-40B4-BE49-F238E27FC236}">
                  <a16:creationId xmlns:a16="http://schemas.microsoft.com/office/drawing/2014/main" id="{5B042D1A-FF9B-4437-077F-529527E39637}"/>
                </a:ext>
              </a:extLst>
            </p:cNvPr>
            <p:cNvSpPr txBox="1"/>
            <p:nvPr/>
          </p:nvSpPr>
          <p:spPr>
            <a:xfrm>
              <a:off x="132590" y="1757441"/>
              <a:ext cx="1122423" cy="64633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>
                      <a:lumMod val="85000"/>
                    </a:schemeClr>
                  </a:solidFill>
                </a:rPr>
                <a:t>Scenario</a:t>
              </a:r>
            </a:p>
            <a:p>
              <a:r>
                <a:rPr lang="de-DE" b="1" dirty="0">
                  <a:solidFill>
                    <a:schemeClr val="bg1">
                      <a:lumMod val="85000"/>
                    </a:schemeClr>
                  </a:solidFill>
                </a:rPr>
                <a:t>Designer</a:t>
              </a:r>
            </a:p>
          </p:txBody>
        </p:sp>
      </p:grp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C8C763C6-C692-8532-53B7-391B58125D84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997346" y="1182123"/>
            <a:ext cx="797657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Verbinder: gewinkelt 162">
            <a:extLst>
              <a:ext uri="{FF2B5EF4-FFF2-40B4-BE49-F238E27FC236}">
                <a16:creationId xmlns:a16="http://schemas.microsoft.com/office/drawing/2014/main" id="{CC2F7B5E-A0CB-A08F-4A71-18E8A77C3A06}"/>
              </a:ext>
            </a:extLst>
          </p:cNvPr>
          <p:cNvCxnSpPr>
            <a:cxnSpLocks/>
            <a:endCxn id="8" idx="0"/>
          </p:cNvCxnSpPr>
          <p:nvPr/>
        </p:nvCxnSpPr>
        <p:spPr>
          <a:xfrm flipV="1">
            <a:off x="997346" y="957945"/>
            <a:ext cx="2932126" cy="86679"/>
          </a:xfrm>
          <a:prstGeom prst="bentConnector4">
            <a:avLst>
              <a:gd name="adj1" fmla="val 11873"/>
              <a:gd name="adj2" fmla="val 924162"/>
            </a:avLst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feld 181">
            <a:extLst>
              <a:ext uri="{FF2B5EF4-FFF2-40B4-BE49-F238E27FC236}">
                <a16:creationId xmlns:a16="http://schemas.microsoft.com/office/drawing/2014/main" id="{5736F0EF-835F-53BA-AB78-4CFFB2F69122}"/>
              </a:ext>
            </a:extLst>
          </p:cNvPr>
          <p:cNvSpPr txBox="1"/>
          <p:nvPr/>
        </p:nvSpPr>
        <p:spPr>
          <a:xfrm>
            <a:off x="7810395" y="2658038"/>
            <a:ext cx="748997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sp>
        <p:nvSpPr>
          <p:cNvPr id="184" name="Textfeld 183">
            <a:extLst>
              <a:ext uri="{FF2B5EF4-FFF2-40B4-BE49-F238E27FC236}">
                <a16:creationId xmlns:a16="http://schemas.microsoft.com/office/drawing/2014/main" id="{AC495FAB-A835-63EA-A49F-3BDF104197ED}"/>
              </a:ext>
            </a:extLst>
          </p:cNvPr>
          <p:cNvSpPr txBox="1"/>
          <p:nvPr/>
        </p:nvSpPr>
        <p:spPr>
          <a:xfrm>
            <a:off x="9373406" y="858238"/>
            <a:ext cx="1012072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Analysis</a:t>
            </a:r>
          </a:p>
          <a:p>
            <a:r>
              <a:rPr lang="de-DE" dirty="0"/>
              <a:t>Tool</a:t>
            </a:r>
          </a:p>
        </p:txBody>
      </p:sp>
      <p:sp>
        <p:nvSpPr>
          <p:cNvPr id="188" name="Textfeld 187">
            <a:extLst>
              <a:ext uri="{FF2B5EF4-FFF2-40B4-BE49-F238E27FC236}">
                <a16:creationId xmlns:a16="http://schemas.microsoft.com/office/drawing/2014/main" id="{0B923FE6-67EA-952A-8603-8CBA52B1A31F}"/>
              </a:ext>
            </a:extLst>
          </p:cNvPr>
          <p:cNvSpPr txBox="1"/>
          <p:nvPr/>
        </p:nvSpPr>
        <p:spPr>
          <a:xfrm>
            <a:off x="8863850" y="2574006"/>
            <a:ext cx="1463153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Astrono</a:t>
            </a:r>
            <a:endParaRPr lang="de-DE" dirty="0"/>
          </a:p>
          <a:p>
            <a:r>
              <a:rPr lang="de-DE" dirty="0" err="1"/>
              <a:t>metria</a:t>
            </a:r>
            <a:endParaRPr lang="de-DE" dirty="0"/>
          </a:p>
          <a:p>
            <a:r>
              <a:rPr lang="de-DE" dirty="0"/>
              <a:t>Data</a:t>
            </a:r>
          </a:p>
          <a:p>
            <a:endParaRPr lang="de-DE" dirty="0"/>
          </a:p>
        </p:txBody>
      </p:sp>
      <p:cxnSp>
        <p:nvCxnSpPr>
          <p:cNvPr id="191" name="Verbinder: gewinkelt 190">
            <a:extLst>
              <a:ext uri="{FF2B5EF4-FFF2-40B4-BE49-F238E27FC236}">
                <a16:creationId xmlns:a16="http://schemas.microsoft.com/office/drawing/2014/main" id="{39C04865-5130-210A-BA7D-96088748A69E}"/>
              </a:ext>
            </a:extLst>
          </p:cNvPr>
          <p:cNvCxnSpPr>
            <a:cxnSpLocks/>
            <a:stCxn id="83" idx="3"/>
            <a:endCxn id="188" idx="2"/>
          </p:cNvCxnSpPr>
          <p:nvPr/>
        </p:nvCxnSpPr>
        <p:spPr>
          <a:xfrm flipV="1">
            <a:off x="8023691" y="3774335"/>
            <a:ext cx="1571736" cy="1758214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feld 191">
            <a:extLst>
              <a:ext uri="{FF2B5EF4-FFF2-40B4-BE49-F238E27FC236}">
                <a16:creationId xmlns:a16="http://schemas.microsoft.com/office/drawing/2014/main" id="{AEB6260B-5D5C-9FCF-23F4-733E8BCA6D00}"/>
              </a:ext>
            </a:extLst>
          </p:cNvPr>
          <p:cNvSpPr txBox="1"/>
          <p:nvPr/>
        </p:nvSpPr>
        <p:spPr>
          <a:xfrm>
            <a:off x="7996542" y="1600347"/>
            <a:ext cx="76490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RefData</a:t>
            </a:r>
            <a:endParaRPr lang="de-DE" sz="1100" dirty="0"/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cxnSp>
        <p:nvCxnSpPr>
          <p:cNvPr id="194" name="Verbinder: gewinkelt 193">
            <a:extLst>
              <a:ext uri="{FF2B5EF4-FFF2-40B4-BE49-F238E27FC236}">
                <a16:creationId xmlns:a16="http://schemas.microsoft.com/office/drawing/2014/main" id="{402F75E4-C95A-E92B-ADFE-2644DF9D0E37}"/>
              </a:ext>
            </a:extLst>
          </p:cNvPr>
          <p:cNvCxnSpPr>
            <a:cxnSpLocks/>
            <a:stCxn id="70" idx="3"/>
            <a:endCxn id="184" idx="1"/>
          </p:cNvCxnSpPr>
          <p:nvPr/>
        </p:nvCxnSpPr>
        <p:spPr>
          <a:xfrm flipV="1">
            <a:off x="8604473" y="1181404"/>
            <a:ext cx="768933" cy="1919024"/>
          </a:xfrm>
          <a:prstGeom prst="bentConnector3">
            <a:avLst>
              <a:gd name="adj1" fmla="val 1159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Verbinder: gewinkelt 198">
            <a:extLst>
              <a:ext uri="{FF2B5EF4-FFF2-40B4-BE49-F238E27FC236}">
                <a16:creationId xmlns:a16="http://schemas.microsoft.com/office/drawing/2014/main" id="{F6EE2AFF-E809-FC23-216C-DDB37A923B98}"/>
              </a:ext>
            </a:extLst>
          </p:cNvPr>
          <p:cNvCxnSpPr>
            <a:cxnSpLocks/>
            <a:stCxn id="188" idx="0"/>
            <a:endCxn id="184" idx="2"/>
          </p:cNvCxnSpPr>
          <p:nvPr/>
        </p:nvCxnSpPr>
        <p:spPr>
          <a:xfrm rot="5400000" flipH="1" flipV="1">
            <a:off x="9202716" y="1897281"/>
            <a:ext cx="1069437" cy="284015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feld 199">
            <a:extLst>
              <a:ext uri="{FF2B5EF4-FFF2-40B4-BE49-F238E27FC236}">
                <a16:creationId xmlns:a16="http://schemas.microsoft.com/office/drawing/2014/main" id="{68DDFB37-703E-1449-2EE4-A7EB83576247}"/>
              </a:ext>
            </a:extLst>
          </p:cNvPr>
          <p:cNvSpPr txBox="1"/>
          <p:nvPr/>
        </p:nvSpPr>
        <p:spPr>
          <a:xfrm>
            <a:off x="9820251" y="1518987"/>
            <a:ext cx="71113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Astrono</a:t>
            </a:r>
            <a:endParaRPr lang="de-DE" sz="1100" dirty="0"/>
          </a:p>
          <a:p>
            <a:r>
              <a:rPr lang="de-DE" sz="1100" dirty="0" err="1"/>
              <a:t>metria</a:t>
            </a:r>
            <a:r>
              <a:rPr lang="de-DE" sz="1100" dirty="0"/>
              <a:t> </a:t>
            </a:r>
          </a:p>
          <a:p>
            <a:r>
              <a:rPr lang="de-DE" sz="1100" dirty="0"/>
              <a:t>Data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ID </a:t>
            </a:r>
            <a:r>
              <a:rPr lang="de-DE" sz="1100" b="1" dirty="0" err="1">
                <a:solidFill>
                  <a:srgbClr val="FF0000"/>
                </a:solidFill>
              </a:rPr>
              <a:t>xy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00B050"/>
                </a:solidFill>
              </a:rPr>
              <a:t>release</a:t>
            </a:r>
          </a:p>
        </p:txBody>
      </p:sp>
      <p:cxnSp>
        <p:nvCxnSpPr>
          <p:cNvPr id="202" name="Verbinder: gewinkelt 201">
            <a:extLst>
              <a:ext uri="{FF2B5EF4-FFF2-40B4-BE49-F238E27FC236}">
                <a16:creationId xmlns:a16="http://schemas.microsoft.com/office/drawing/2014/main" id="{E7870529-0502-1A70-33AA-E4257D247EEA}"/>
              </a:ext>
            </a:extLst>
          </p:cNvPr>
          <p:cNvCxnSpPr>
            <a:cxnSpLocks/>
            <a:stCxn id="184" idx="3"/>
            <a:endCxn id="119" idx="0"/>
          </p:cNvCxnSpPr>
          <p:nvPr/>
        </p:nvCxnSpPr>
        <p:spPr>
          <a:xfrm>
            <a:off x="10385478" y="1181404"/>
            <a:ext cx="585724" cy="144681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Rechteck 207">
            <a:extLst>
              <a:ext uri="{FF2B5EF4-FFF2-40B4-BE49-F238E27FC236}">
                <a16:creationId xmlns:a16="http://schemas.microsoft.com/office/drawing/2014/main" id="{6C531F4D-D956-79A5-815F-F164CAB4E89D}"/>
              </a:ext>
            </a:extLst>
          </p:cNvPr>
          <p:cNvSpPr/>
          <p:nvPr/>
        </p:nvSpPr>
        <p:spPr>
          <a:xfrm>
            <a:off x="2422761" y="4994962"/>
            <a:ext cx="1132248" cy="13412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0" name="Verbinder: gewinkelt 209">
            <a:extLst>
              <a:ext uri="{FF2B5EF4-FFF2-40B4-BE49-F238E27FC236}">
                <a16:creationId xmlns:a16="http://schemas.microsoft.com/office/drawing/2014/main" id="{124885D7-FDBA-C511-4337-FEEF4D407B8D}"/>
              </a:ext>
            </a:extLst>
          </p:cNvPr>
          <p:cNvCxnSpPr>
            <a:endCxn id="208" idx="2"/>
          </p:cNvCxnSpPr>
          <p:nvPr/>
        </p:nvCxnSpPr>
        <p:spPr>
          <a:xfrm rot="10800000" flipV="1">
            <a:off x="2988885" y="3257099"/>
            <a:ext cx="7949868" cy="3079152"/>
          </a:xfrm>
          <a:prstGeom prst="bentConnector4">
            <a:avLst>
              <a:gd name="adj1" fmla="val 71"/>
              <a:gd name="adj2" fmla="val 10742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feld 217">
            <a:extLst>
              <a:ext uri="{FF2B5EF4-FFF2-40B4-BE49-F238E27FC236}">
                <a16:creationId xmlns:a16="http://schemas.microsoft.com/office/drawing/2014/main" id="{833A932F-2F99-323C-AB13-5C613F645BD1}"/>
              </a:ext>
            </a:extLst>
          </p:cNvPr>
          <p:cNvSpPr txBox="1"/>
          <p:nvPr/>
        </p:nvSpPr>
        <p:spPr>
          <a:xfrm>
            <a:off x="9711031" y="3115347"/>
            <a:ext cx="572335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 err="1"/>
              <a:t>Compare</a:t>
            </a:r>
            <a:endParaRPr lang="de-DE" sz="1100" dirty="0"/>
          </a:p>
          <a:p>
            <a:r>
              <a:rPr lang="de-DE" sz="1100" dirty="0"/>
              <a:t>Tool</a:t>
            </a:r>
          </a:p>
        </p:txBody>
      </p:sp>
      <p:cxnSp>
        <p:nvCxnSpPr>
          <p:cNvPr id="233" name="Verbinder: gewinkelt 232">
            <a:extLst>
              <a:ext uri="{FF2B5EF4-FFF2-40B4-BE49-F238E27FC236}">
                <a16:creationId xmlns:a16="http://schemas.microsoft.com/office/drawing/2014/main" id="{F78974D3-C728-9DE1-940C-777EE48B9617}"/>
              </a:ext>
            </a:extLst>
          </p:cNvPr>
          <p:cNvCxnSpPr>
            <a:stCxn id="8" idx="2"/>
            <a:endCxn id="15" idx="0"/>
          </p:cNvCxnSpPr>
          <p:nvPr/>
        </p:nvCxnSpPr>
        <p:spPr>
          <a:xfrm rot="5400000">
            <a:off x="2656785" y="1355529"/>
            <a:ext cx="870777" cy="1674598"/>
          </a:xfrm>
          <a:prstGeom prst="bentConnector3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0FAA3E42-5215-3563-2054-9696B63DD62B}"/>
              </a:ext>
            </a:extLst>
          </p:cNvPr>
          <p:cNvSpPr txBox="1"/>
          <p:nvPr/>
        </p:nvSpPr>
        <p:spPr>
          <a:xfrm>
            <a:off x="223593" y="3835562"/>
            <a:ext cx="1441548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Milestone 1 </a:t>
            </a:r>
          </a:p>
          <a:p>
            <a:r>
              <a:rPr lang="de-DE" b="1" dirty="0">
                <a:solidFill>
                  <a:srgbClr val="FF0000"/>
                </a:solidFill>
              </a:rPr>
              <a:t>Content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A35052D-D0F6-1F0B-6FB9-BE2A565AFE57}"/>
              </a:ext>
            </a:extLst>
          </p:cNvPr>
          <p:cNvSpPr txBox="1"/>
          <p:nvPr/>
        </p:nvSpPr>
        <p:spPr>
          <a:xfrm>
            <a:off x="4032238" y="2610768"/>
            <a:ext cx="1405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Observation</a:t>
            </a:r>
          </a:p>
          <a:p>
            <a:r>
              <a:rPr lang="de-DE" dirty="0"/>
              <a:t>Catalog</a:t>
            </a:r>
          </a:p>
        </p:txBody>
      </p:sp>
    </p:spTree>
    <p:extLst>
      <p:ext uri="{BB962C8B-B14F-4D97-AF65-F5344CB8AC3E}">
        <p14:creationId xmlns:p14="http://schemas.microsoft.com/office/powerpoint/2010/main" val="1522198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Breitbild</PresentationFormat>
  <Paragraphs>185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4</cp:revision>
  <dcterms:created xsi:type="dcterms:W3CDTF">2026-03-15T13:59:26Z</dcterms:created>
  <dcterms:modified xsi:type="dcterms:W3CDTF">2026-03-15T17:39:10Z</dcterms:modified>
</cp:coreProperties>
</file>