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2" r:id="rId3"/>
    <p:sldId id="261" r:id="rId4"/>
    <p:sldId id="263" r:id="rId5"/>
    <p:sldId id="256" r:id="rId6"/>
    <p:sldId id="260" r:id="rId7"/>
    <p:sldId id="257" r:id="rId8"/>
    <p:sldId id="259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2F52C-D5CC-4D41-9093-3760F43DE449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E5603-F919-4ADD-B866-6FC490805C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79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5603-F919-4ADD-B866-6FC490805C6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2892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45A0A-5FE8-8F66-BC92-D7348C19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815A2C-9310-A458-BE52-53A72B237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705F0D-652B-BAA0-C7C3-6665A913F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ABD9BF-9C7F-79D2-D27A-8828A252D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5603-F919-4ADD-B866-6FC490805C6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321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B7C3F-0D94-F6F7-35B6-8D349D32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A4B6C76-EEB7-F616-D5F2-FE8A5F432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3095CE-4D84-7ABF-20B9-7B417D7E4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C6C737-556E-5196-6A60-F68A6123F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5603-F919-4ADD-B866-6FC490805C6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62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BB121-4514-8F95-A778-BD853872B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2FF4E6-C76D-78C1-7C68-633060A5B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0AF8C0-C0BD-7B78-A259-FE8AAF50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BFB375-5208-5D7A-28BD-E288AC54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AED0D0-5C77-4F5C-B004-9681196EA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65ED2F-A4D3-60AB-8F73-16A1BA5A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251332-33EA-2BE1-6BC6-1A05AF73C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A07FD7-1467-124C-49E7-417BBF90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41ED05-AA32-F2E9-2BB7-BFB7EFEA5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539317-7695-2E83-CB8D-004581C8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75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63430-60C8-53B5-C142-E75840CCB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5DFB29-E92A-CE37-A525-85DECF422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721D68-95A9-1A8F-4371-29271AF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B8DD61-8633-35AD-6DF2-4496932F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E28F94-7B03-8A17-3571-E4EB5D9C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61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F5288-ACD9-9AB2-3F8D-B50C687B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7561F9-8EE0-9180-19C7-7BE23BB1E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66A4C9-1B53-1888-7E22-B478FA563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135346-D101-7387-BADE-EB263522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7B8E5F-5E3F-797F-56A2-F9A68ED5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E1E95E-D174-DB65-4D0E-43796A2C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95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A2BD8-B5F4-957D-0683-F13BB76E3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985E67-D66A-29F6-4922-77EE586C4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D59F87-8246-E674-9780-A193D0284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936D34-BA5E-6179-6C77-BF0EF55D6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930EFD-5ECA-E101-108F-3F39673DF2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75B1446-7BD6-785D-7FC4-8B7273E2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3D3BFB0-9BF5-E69A-E21A-118AFE1D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A2A5B00-C18A-7BEE-2D63-2B26AA07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540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71E3E-C2D9-3F8B-9DBD-AD1EE38A1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BFCDC1-E873-844B-EB00-64C0BF2B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4ACD91-DF13-73FC-2681-84359E1E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FB5EEB-DEC1-DA01-2241-BFB57C1F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07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E499A4-CCD2-9F01-194E-772669B3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E29C25-4D3C-6BCF-3661-4E9102D3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A5E5F5-CC03-3B2C-01CD-FC80510D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385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D3A85-2A99-F712-74F2-A22FAFAB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D4079A-77BC-28D5-5649-6C3EC3CA9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7BA2DB-3734-0682-F2B2-0E43BC6CB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502ABD-40A2-4D46-2F1C-90B9EF63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AC53ED-4B29-936B-DD44-94F6411A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6DE733-A4BD-1390-C125-D22F2131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855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2DE28-CCAA-4114-4813-61F72009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C0FA10-4799-1727-B036-851ADEA64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DE1BA3-57D9-3537-934F-7C22D669D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4D9A1B-B2E3-BE3C-B952-7446AFF9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55AF1C-B05A-BD6F-A41D-D2B9B1CF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52B335-CA1F-221F-1697-77639BC0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3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79B70-9C57-52C2-8D0C-C7D30195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A9DC43-A0AA-D983-8A8A-EB3C0E138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0E3500-B255-0C82-5337-BD17E48EC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381228-588D-BDD2-95C6-B687EB22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A378CC-6526-F77D-4074-7061E41C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905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E8809F-6F52-F597-8FBE-155E4D84A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80A7A2-24AB-78BB-3B23-5C2A32E78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06B0B2-FC41-B9AC-038B-E60526D4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8AB4F7-A01F-E510-D835-A0FDF77B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E20035-0599-18C5-34D2-648D9082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122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1FD0A1-94DF-54D0-1F97-CF417E18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3046CF-C730-432E-1BFF-43395DEF4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09D918-46FC-6A7E-F4D0-E41331DBF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360AD-E35D-404B-9B32-B59A45237973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676021-B73F-6AC0-EDAA-CDDF3591D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A6E08B-73C9-E449-67AF-F4E43E298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E838D-A650-4DA3-BA3D-D7FF459E79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12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498F5-6807-E66E-5CBD-835B7193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hteck 306">
            <a:extLst>
              <a:ext uri="{FF2B5EF4-FFF2-40B4-BE49-F238E27FC236}">
                <a16:creationId xmlns:a16="http://schemas.microsoft.com/office/drawing/2014/main" id="{E9A67D94-987E-988A-A0DD-4452EFC642A5}"/>
              </a:ext>
            </a:extLst>
          </p:cNvPr>
          <p:cNvSpPr/>
          <p:nvPr/>
        </p:nvSpPr>
        <p:spPr>
          <a:xfrm>
            <a:off x="920051" y="713344"/>
            <a:ext cx="10216711" cy="2037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20324880-DC45-2E0D-1DD5-0E6EDBE3534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9098211" y="2198645"/>
            <a:ext cx="26748" cy="4249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AF787FAC-6189-0935-C9FF-AF9AF906AFEE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6275982" y="2287180"/>
            <a:ext cx="0" cy="27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C039AFE3-FE76-0341-608B-C906158992EE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0216131" y="2801488"/>
            <a:ext cx="0" cy="364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64D13A02-F9B3-7716-F8E8-D60DF352D851}"/>
              </a:ext>
            </a:extLst>
          </p:cNvPr>
          <p:cNvSpPr/>
          <p:nvPr/>
        </p:nvSpPr>
        <p:spPr>
          <a:xfrm>
            <a:off x="2435736" y="78289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VSOP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52C3686-ED13-03B5-0C61-4F1AB4FE02EC}"/>
              </a:ext>
            </a:extLst>
          </p:cNvPr>
          <p:cNvCxnSpPr>
            <a:cxnSpLocks/>
          </p:cNvCxnSpPr>
          <p:nvPr/>
        </p:nvCxnSpPr>
        <p:spPr>
          <a:xfrm>
            <a:off x="25052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8D15B86-C46F-C277-C92B-4779BE1C4105}"/>
              </a:ext>
            </a:extLst>
          </p:cNvPr>
          <p:cNvCxnSpPr>
            <a:cxnSpLocks/>
          </p:cNvCxnSpPr>
          <p:nvPr/>
        </p:nvCxnSpPr>
        <p:spPr>
          <a:xfrm>
            <a:off x="28100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9627AA9-E48E-FC3A-AE1D-CD7EC1BF2BA8}"/>
              </a:ext>
            </a:extLst>
          </p:cNvPr>
          <p:cNvCxnSpPr>
            <a:cxnSpLocks/>
          </p:cNvCxnSpPr>
          <p:nvPr/>
        </p:nvCxnSpPr>
        <p:spPr>
          <a:xfrm>
            <a:off x="31148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DB3A407-0D0E-51C3-6BB1-F7CE0E8C5DF9}"/>
              </a:ext>
            </a:extLst>
          </p:cNvPr>
          <p:cNvSpPr txBox="1"/>
          <p:nvPr/>
        </p:nvSpPr>
        <p:spPr>
          <a:xfrm>
            <a:off x="2335993" y="21991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TX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B5FF12B-9D87-4A81-BBC4-7DDCB127FF5B}"/>
              </a:ext>
            </a:extLst>
          </p:cNvPr>
          <p:cNvSpPr txBox="1"/>
          <p:nvPr/>
        </p:nvSpPr>
        <p:spPr>
          <a:xfrm>
            <a:off x="2640793" y="219911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A3D1E99-BE84-1717-8DA0-E0B5B4FEDC28}"/>
              </a:ext>
            </a:extLst>
          </p:cNvPr>
          <p:cNvSpPr txBox="1"/>
          <p:nvPr/>
        </p:nvSpPr>
        <p:spPr>
          <a:xfrm>
            <a:off x="2945593" y="219911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1419319-7954-597F-3CB4-3C4C551089C9}"/>
              </a:ext>
            </a:extLst>
          </p:cNvPr>
          <p:cNvSpPr/>
          <p:nvPr/>
        </p:nvSpPr>
        <p:spPr>
          <a:xfrm>
            <a:off x="3591307" y="13099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HE2GE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8FB3EC7-09FC-44BC-EA4F-B9C9170AA128}"/>
              </a:ext>
            </a:extLst>
          </p:cNvPr>
          <p:cNvSpPr/>
          <p:nvPr/>
        </p:nvSpPr>
        <p:spPr>
          <a:xfrm>
            <a:off x="4746878" y="18052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GE2GA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550581C-3702-E056-2AA5-A06A6D38BFC9}"/>
              </a:ext>
            </a:extLst>
          </p:cNvPr>
          <p:cNvSpPr/>
          <p:nvPr/>
        </p:nvSpPr>
        <p:spPr>
          <a:xfrm>
            <a:off x="9842598" y="2432156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Topo </a:t>
            </a:r>
            <a:r>
              <a:rPr lang="de-DE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Projection</a:t>
            </a:r>
            <a:endParaRPr lang="de-DE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876885E2-0228-8D39-FB4A-AF645FAAED27}"/>
              </a:ext>
            </a:extLst>
          </p:cNvPr>
          <p:cNvCxnSpPr>
            <a:stCxn id="5" idx="3"/>
            <a:endCxn id="15" idx="0"/>
          </p:cNvCxnSpPr>
          <p:nvPr/>
        </p:nvCxnSpPr>
        <p:spPr>
          <a:xfrm>
            <a:off x="3182801" y="967560"/>
            <a:ext cx="782039" cy="342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159BB387-3596-49DB-3180-9F5C72BC918E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4338372" y="1494610"/>
            <a:ext cx="782039" cy="310634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EF07CC73-B623-6180-699D-01F7B801A38E}"/>
              </a:ext>
            </a:extLst>
          </p:cNvPr>
          <p:cNvSpPr txBox="1"/>
          <p:nvPr/>
        </p:nvSpPr>
        <p:spPr>
          <a:xfrm>
            <a:off x="3257887" y="975529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87B6F37-B082-CF8E-E872-DCCC56388373}"/>
              </a:ext>
            </a:extLst>
          </p:cNvPr>
          <p:cNvSpPr txBox="1"/>
          <p:nvPr/>
        </p:nvSpPr>
        <p:spPr>
          <a:xfrm>
            <a:off x="4353437" y="1475353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7E59800-0756-6DBC-2132-72B05BC0ABB8}"/>
              </a:ext>
            </a:extLst>
          </p:cNvPr>
          <p:cNvSpPr txBox="1"/>
          <p:nvPr/>
        </p:nvSpPr>
        <p:spPr>
          <a:xfrm>
            <a:off x="5459495" y="1993211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572FD2E-562A-373D-F317-8CD6ED9F7CFE}"/>
              </a:ext>
            </a:extLst>
          </p:cNvPr>
          <p:cNvSpPr txBox="1"/>
          <p:nvPr/>
        </p:nvSpPr>
        <p:spPr>
          <a:xfrm>
            <a:off x="5690852" y="2918566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(AZ, ALT)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TP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EB0EA23-065B-7002-558B-E89DBDB1CBD7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964840" y="1679276"/>
            <a:ext cx="0" cy="3378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267749C-3D5D-2754-C4B5-93AB548F495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09269" y="1152226"/>
            <a:ext cx="0" cy="390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6B5EF73E-E643-19F7-866D-8941E33B55B9}"/>
              </a:ext>
            </a:extLst>
          </p:cNvPr>
          <p:cNvSpPr txBox="1"/>
          <p:nvPr/>
        </p:nvSpPr>
        <p:spPr>
          <a:xfrm>
            <a:off x="2126069" y="2840084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E4AF997E-9EBB-52D9-D1FE-5E4C0DDC5C93}"/>
              </a:ext>
            </a:extLst>
          </p:cNvPr>
          <p:cNvSpPr txBox="1"/>
          <p:nvPr/>
        </p:nvSpPr>
        <p:spPr>
          <a:xfrm>
            <a:off x="3238633" y="2840085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C85553CD-10ED-A2C8-6563-F2B52E8AA469}"/>
              </a:ext>
            </a:extLst>
          </p:cNvPr>
          <p:cNvSpPr txBox="1"/>
          <p:nvPr/>
        </p:nvSpPr>
        <p:spPr>
          <a:xfrm>
            <a:off x="4110439" y="2943852"/>
            <a:ext cx="1391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Spherical</a:t>
            </a:r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B59BCC12-B040-3752-0296-69A30D2E8850}"/>
              </a:ext>
            </a:extLst>
          </p:cNvPr>
          <p:cNvCxnSpPr>
            <a:cxnSpLocks/>
          </p:cNvCxnSpPr>
          <p:nvPr/>
        </p:nvCxnSpPr>
        <p:spPr>
          <a:xfrm>
            <a:off x="920051" y="2832899"/>
            <a:ext cx="10919359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A1B50F1E-1023-723D-D881-C1585A4E3CE6}"/>
              </a:ext>
            </a:extLst>
          </p:cNvPr>
          <p:cNvCxnSpPr>
            <a:cxnSpLocks/>
          </p:cNvCxnSpPr>
          <p:nvPr/>
        </p:nvCxnSpPr>
        <p:spPr>
          <a:xfrm>
            <a:off x="1024648" y="3671099"/>
            <a:ext cx="10112114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14975B85-943B-CD21-B67B-311AFD4FB99F}"/>
              </a:ext>
            </a:extLst>
          </p:cNvPr>
          <p:cNvCxnSpPr>
            <a:cxnSpLocks/>
          </p:cNvCxnSpPr>
          <p:nvPr/>
        </p:nvCxnSpPr>
        <p:spPr>
          <a:xfrm>
            <a:off x="1024648" y="4404524"/>
            <a:ext cx="10462502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4F6DF923-DE4F-6503-4CA3-B38A1AB3302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120411" y="2174576"/>
            <a:ext cx="0" cy="2883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hteck 69">
            <a:extLst>
              <a:ext uri="{FF2B5EF4-FFF2-40B4-BE49-F238E27FC236}">
                <a16:creationId xmlns:a16="http://schemas.microsoft.com/office/drawing/2014/main" id="{6C5FEFE1-F3F0-7E23-EB4E-0A574A027C7D}"/>
              </a:ext>
            </a:extLst>
          </p:cNvPr>
          <p:cNvSpPr/>
          <p:nvPr/>
        </p:nvSpPr>
        <p:spPr>
          <a:xfrm>
            <a:off x="1958027" y="3869474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Aberration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5A60FA2E-A8F4-2A64-04ED-669F2C3D636D}"/>
              </a:ext>
            </a:extLst>
          </p:cNvPr>
          <p:cNvSpPr txBox="1"/>
          <p:nvPr/>
        </p:nvSpPr>
        <p:spPr>
          <a:xfrm>
            <a:off x="1038814" y="306415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L1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55A9B365-72BD-1824-0CD2-74B362243E9D}"/>
              </a:ext>
            </a:extLst>
          </p:cNvPr>
          <p:cNvSpPr txBox="1"/>
          <p:nvPr/>
        </p:nvSpPr>
        <p:spPr>
          <a:xfrm>
            <a:off x="1054461" y="383202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L2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D87908D0-0746-61AD-B994-3BEB71FA0D3B}"/>
              </a:ext>
            </a:extLst>
          </p:cNvPr>
          <p:cNvSpPr txBox="1"/>
          <p:nvPr/>
        </p:nvSpPr>
        <p:spPr>
          <a:xfrm>
            <a:off x="1929053" y="2333824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AF65909A-BA63-F0A7-1873-2969AB6BC75C}"/>
              </a:ext>
            </a:extLst>
          </p:cNvPr>
          <p:cNvSpPr txBox="1"/>
          <p:nvPr/>
        </p:nvSpPr>
        <p:spPr>
          <a:xfrm>
            <a:off x="3002374" y="2351819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0248DEA1-5397-F2F9-6904-1DA6EE62014B}"/>
              </a:ext>
            </a:extLst>
          </p:cNvPr>
          <p:cNvSpPr txBox="1"/>
          <p:nvPr/>
        </p:nvSpPr>
        <p:spPr>
          <a:xfrm>
            <a:off x="4288515" y="279193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OBSERVER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23E21F88-EC3A-3E2A-A8C7-42AE1C2A246D}"/>
              </a:ext>
            </a:extLst>
          </p:cNvPr>
          <p:cNvSpPr txBox="1"/>
          <p:nvPr/>
        </p:nvSpPr>
        <p:spPr>
          <a:xfrm>
            <a:off x="3311311" y="219911"/>
            <a:ext cx="2258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PHYS. MEASUREMENT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EPHEM-TYPE = { VECTORS}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INSTRUMENT DIMENSION</a:t>
            </a: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6C3EA3C9-50C2-2BBC-B403-3F830EC993FD}"/>
              </a:ext>
            </a:extLst>
          </p:cNvPr>
          <p:cNvCxnSpPr>
            <a:cxnSpLocks/>
          </p:cNvCxnSpPr>
          <p:nvPr/>
        </p:nvCxnSpPr>
        <p:spPr>
          <a:xfrm>
            <a:off x="3420931" y="582069"/>
            <a:ext cx="17366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E512F3F0-A9F2-3388-A2DD-0A6883ABE877}"/>
              </a:ext>
            </a:extLst>
          </p:cNvPr>
          <p:cNvSpPr txBox="1"/>
          <p:nvPr/>
        </p:nvSpPr>
        <p:spPr>
          <a:xfrm rot="16200000">
            <a:off x="-579776" y="2956433"/>
            <a:ext cx="21980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CORRECTION DIMENTION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= { NONE, LT, LT+S}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LEVEL DIMENSION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6AB95DB2-E41D-85AC-1E08-5741935C5DDC}"/>
              </a:ext>
            </a:extLst>
          </p:cNvPr>
          <p:cNvCxnSpPr>
            <a:cxnSpLocks/>
          </p:cNvCxnSpPr>
          <p:nvPr/>
        </p:nvCxnSpPr>
        <p:spPr>
          <a:xfrm>
            <a:off x="676278" y="2219281"/>
            <a:ext cx="0" cy="2838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Ellipse 119">
            <a:extLst>
              <a:ext uri="{FF2B5EF4-FFF2-40B4-BE49-F238E27FC236}">
                <a16:creationId xmlns:a16="http://schemas.microsoft.com/office/drawing/2014/main" id="{EB67FA4F-AF61-9744-3FFF-36083CF8B384}"/>
              </a:ext>
            </a:extLst>
          </p:cNvPr>
          <p:cNvSpPr/>
          <p:nvPr/>
        </p:nvSpPr>
        <p:spPr>
          <a:xfrm>
            <a:off x="2562544" y="2426268"/>
            <a:ext cx="294969" cy="2949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4DA071F9-ABF8-10A0-4CCE-40B60A92C773}"/>
              </a:ext>
            </a:extLst>
          </p:cNvPr>
          <p:cNvSpPr txBox="1"/>
          <p:nvPr/>
        </p:nvSpPr>
        <p:spPr>
          <a:xfrm>
            <a:off x="2555595" y="23961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1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A8FD6A8F-45FC-8695-24A4-F5415588A031}"/>
              </a:ext>
            </a:extLst>
          </p:cNvPr>
          <p:cNvGrpSpPr/>
          <p:nvPr/>
        </p:nvGrpSpPr>
        <p:grpSpPr>
          <a:xfrm>
            <a:off x="3601830" y="2401511"/>
            <a:ext cx="308098" cy="369332"/>
            <a:chOff x="7877175" y="1094810"/>
            <a:chExt cx="308098" cy="369332"/>
          </a:xfrm>
          <a:noFill/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BB7322BE-68F7-5EFA-F042-9CCA5FA9317E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32A63A4C-FB57-49D9-9FE4-12A616FE2DD4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144" name="Ellipse 143">
            <a:extLst>
              <a:ext uri="{FF2B5EF4-FFF2-40B4-BE49-F238E27FC236}">
                <a16:creationId xmlns:a16="http://schemas.microsoft.com/office/drawing/2014/main" id="{78BAB792-D20D-AF53-261F-CC67654C4C78}"/>
              </a:ext>
            </a:extLst>
          </p:cNvPr>
          <p:cNvSpPr/>
          <p:nvPr/>
        </p:nvSpPr>
        <p:spPr>
          <a:xfrm>
            <a:off x="2560358" y="3572893"/>
            <a:ext cx="294969" cy="2949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20C1D5C9-848E-8B06-9AB1-776FB36B171D}"/>
              </a:ext>
            </a:extLst>
          </p:cNvPr>
          <p:cNvSpPr txBox="1"/>
          <p:nvPr/>
        </p:nvSpPr>
        <p:spPr>
          <a:xfrm>
            <a:off x="2555595" y="352057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B8DCC23C-AF95-09A6-A4C5-7644D1C25815}"/>
              </a:ext>
            </a:extLst>
          </p:cNvPr>
          <p:cNvSpPr/>
          <p:nvPr/>
        </p:nvSpPr>
        <p:spPr>
          <a:xfrm>
            <a:off x="3590157" y="3558074"/>
            <a:ext cx="294969" cy="2879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30F9288A-849F-3438-4A83-C59E921AF6D2}"/>
              </a:ext>
            </a:extLst>
          </p:cNvPr>
          <p:cNvSpPr txBox="1"/>
          <p:nvPr/>
        </p:nvSpPr>
        <p:spPr>
          <a:xfrm>
            <a:off x="3583195" y="3520093"/>
            <a:ext cx="259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E18AD599-F736-1602-75BD-A87A3E1C4421}"/>
              </a:ext>
            </a:extLst>
          </p:cNvPr>
          <p:cNvSpPr/>
          <p:nvPr/>
        </p:nvSpPr>
        <p:spPr>
          <a:xfrm>
            <a:off x="2552741" y="4308096"/>
            <a:ext cx="294969" cy="2949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E8A10C44-E2AF-3943-7C5E-F35DC3A88013}"/>
              </a:ext>
            </a:extLst>
          </p:cNvPr>
          <p:cNvSpPr txBox="1"/>
          <p:nvPr/>
        </p:nvSpPr>
        <p:spPr>
          <a:xfrm>
            <a:off x="2546633" y="42837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77" name="Ellipse 176">
            <a:extLst>
              <a:ext uri="{FF2B5EF4-FFF2-40B4-BE49-F238E27FC236}">
                <a16:creationId xmlns:a16="http://schemas.microsoft.com/office/drawing/2014/main" id="{41125253-39B4-F3FD-5960-F0A879559E27}"/>
              </a:ext>
            </a:extLst>
          </p:cNvPr>
          <p:cNvSpPr/>
          <p:nvPr/>
        </p:nvSpPr>
        <p:spPr>
          <a:xfrm>
            <a:off x="3598178" y="4350310"/>
            <a:ext cx="294969" cy="2949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Textfeld 177">
            <a:extLst>
              <a:ext uri="{FF2B5EF4-FFF2-40B4-BE49-F238E27FC236}">
                <a16:creationId xmlns:a16="http://schemas.microsoft.com/office/drawing/2014/main" id="{91BF2200-BA49-CFA1-72A8-088B0F43DB92}"/>
              </a:ext>
            </a:extLst>
          </p:cNvPr>
          <p:cNvSpPr txBox="1"/>
          <p:nvPr/>
        </p:nvSpPr>
        <p:spPr>
          <a:xfrm>
            <a:off x="3536228" y="431312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02" name="Textfeld 201">
            <a:extLst>
              <a:ext uri="{FF2B5EF4-FFF2-40B4-BE49-F238E27FC236}">
                <a16:creationId xmlns:a16="http://schemas.microsoft.com/office/drawing/2014/main" id="{F2E3E2BA-A581-7D7A-4380-A4029571993C}"/>
              </a:ext>
            </a:extLst>
          </p:cNvPr>
          <p:cNvSpPr txBox="1"/>
          <p:nvPr/>
        </p:nvSpPr>
        <p:spPr>
          <a:xfrm>
            <a:off x="1006646" y="2097819"/>
            <a:ext cx="1175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L0</a:t>
            </a:r>
          </a:p>
          <a:p>
            <a:r>
              <a:rPr lang="de-DE" dirty="0">
                <a:solidFill>
                  <a:schemeClr val="accent6"/>
                </a:solidFill>
              </a:rPr>
              <a:t>Geometry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7EB7692-025F-7A5A-FAEF-15D6FFCCC5D9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>
            <a:off x="5493943" y="1989910"/>
            <a:ext cx="868518" cy="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D30BF442-12C4-71D9-FEEF-F3E1EC282657}"/>
              </a:ext>
            </a:extLst>
          </p:cNvPr>
          <p:cNvSpPr/>
          <p:nvPr/>
        </p:nvSpPr>
        <p:spPr>
          <a:xfrm>
            <a:off x="6362461" y="1805518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6E3A98B-8B2F-9F7C-AE35-550CF3F00F19}"/>
              </a:ext>
            </a:extLst>
          </p:cNvPr>
          <p:cNvSpPr/>
          <p:nvPr/>
        </p:nvSpPr>
        <p:spPr>
          <a:xfrm>
            <a:off x="7425202" y="1828596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3747F14-0F43-1084-AF11-339B034D41E0}"/>
              </a:ext>
            </a:extLst>
          </p:cNvPr>
          <p:cNvSpPr/>
          <p:nvPr/>
        </p:nvSpPr>
        <p:spPr>
          <a:xfrm>
            <a:off x="8708819" y="1829313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GA+Prec+Nut+Obl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EE41A5D-A9E1-B486-A10D-A9D301313B13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7194740" y="1990184"/>
            <a:ext cx="230462" cy="2307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9AC8A25B-F6C0-320D-0CCC-A09B991AF3FB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8257481" y="2013262"/>
            <a:ext cx="451338" cy="7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1EAEF351-B2A6-D3F9-0B14-E82222B24E46}"/>
              </a:ext>
            </a:extLst>
          </p:cNvPr>
          <p:cNvSpPr txBox="1"/>
          <p:nvPr/>
        </p:nvSpPr>
        <p:spPr>
          <a:xfrm>
            <a:off x="7328344" y="1096970"/>
            <a:ext cx="59503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FRAME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2C00FCCC-30EB-2A54-83B3-4ED9192EDB51}"/>
              </a:ext>
            </a:extLst>
          </p:cNvPr>
          <p:cNvCxnSpPr/>
          <p:nvPr/>
        </p:nvCxnSpPr>
        <p:spPr>
          <a:xfrm>
            <a:off x="6054711" y="1358823"/>
            <a:ext cx="34618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51B4F63A-26D4-4A03-B935-D9689F8C1CF3}"/>
              </a:ext>
            </a:extLst>
          </p:cNvPr>
          <p:cNvSpPr/>
          <p:nvPr/>
        </p:nvSpPr>
        <p:spPr>
          <a:xfrm>
            <a:off x="5902449" y="2287180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accent5"/>
                </a:solidFill>
              </a:rPr>
              <a:t>Topo </a:t>
            </a:r>
            <a:r>
              <a:rPr lang="de-DE" sz="1000" dirty="0" err="1">
                <a:solidFill>
                  <a:schemeClr val="accent5"/>
                </a:solidFill>
              </a:rPr>
              <a:t>Projection</a:t>
            </a:r>
            <a:endParaRPr lang="de-DE" sz="1000" dirty="0">
              <a:solidFill>
                <a:schemeClr val="accent5"/>
              </a:solidFill>
            </a:endParaRP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5FDAD847-8A0F-3FD3-36EB-57C7B6636FD2}"/>
              </a:ext>
            </a:extLst>
          </p:cNvPr>
          <p:cNvCxnSpPr>
            <a:cxnSpLocks/>
            <a:stCxn id="16" idx="3"/>
            <a:endCxn id="43" idx="0"/>
          </p:cNvCxnSpPr>
          <p:nvPr/>
        </p:nvCxnSpPr>
        <p:spPr>
          <a:xfrm>
            <a:off x="5493943" y="1989910"/>
            <a:ext cx="782039" cy="2972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3ED67B49-A64E-2849-B54D-775C4CC735E9}"/>
              </a:ext>
            </a:extLst>
          </p:cNvPr>
          <p:cNvCxnSpPr>
            <a:stCxn id="18" idx="3"/>
            <a:endCxn id="17" idx="0"/>
          </p:cNvCxnSpPr>
          <p:nvPr/>
        </p:nvCxnSpPr>
        <p:spPr>
          <a:xfrm>
            <a:off x="9541098" y="2013979"/>
            <a:ext cx="675033" cy="4181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A62F2F24-E414-F13A-0BF2-D6B275E70FD8}"/>
              </a:ext>
            </a:extLst>
          </p:cNvPr>
          <p:cNvSpPr txBox="1"/>
          <p:nvPr/>
        </p:nvSpPr>
        <p:spPr>
          <a:xfrm>
            <a:off x="7574639" y="6480309"/>
            <a:ext cx="2188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(RA,DEC)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0A8C94CA-9487-2AF9-9AA1-F214CB09B89E}"/>
              </a:ext>
            </a:extLst>
          </p:cNvPr>
          <p:cNvSpPr txBox="1"/>
          <p:nvPr/>
        </p:nvSpPr>
        <p:spPr>
          <a:xfrm>
            <a:off x="9653423" y="6473891"/>
            <a:ext cx="2185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(AZ, ALT)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7E49208-2FE1-FAFE-A680-99E9DB6E7E12}"/>
              </a:ext>
            </a:extLst>
          </p:cNvPr>
          <p:cNvSpPr txBox="1"/>
          <p:nvPr/>
        </p:nvSpPr>
        <p:spPr>
          <a:xfrm>
            <a:off x="8157882" y="5721307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C7A17113-47D1-D4C5-8C15-4921256A85A8}"/>
              </a:ext>
            </a:extLst>
          </p:cNvPr>
          <p:cNvSpPr txBox="1"/>
          <p:nvPr/>
        </p:nvSpPr>
        <p:spPr>
          <a:xfrm>
            <a:off x="10346725" y="5550584"/>
            <a:ext cx="1279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QUANTITIES=AZ; ALT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E3F70CBD-C6DF-B521-140F-4DEF3DFDB1D0}"/>
              </a:ext>
            </a:extLst>
          </p:cNvPr>
          <p:cNvCxnSpPr>
            <a:cxnSpLocks/>
          </p:cNvCxnSpPr>
          <p:nvPr/>
        </p:nvCxnSpPr>
        <p:spPr>
          <a:xfrm>
            <a:off x="4158966" y="943185"/>
            <a:ext cx="535764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5E612A3D-9623-B5C3-A78E-170D9006DBDE}"/>
              </a:ext>
            </a:extLst>
          </p:cNvPr>
          <p:cNvSpPr txBox="1"/>
          <p:nvPr/>
        </p:nvSpPr>
        <p:spPr>
          <a:xfrm>
            <a:off x="212921" y="5559334"/>
            <a:ext cx="30687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u="sng" dirty="0"/>
              <a:t>Legend:</a:t>
            </a:r>
          </a:p>
          <a:p>
            <a:r>
              <a:rPr lang="de-DE" sz="1200" dirty="0">
                <a:solidFill>
                  <a:schemeClr val="accent6"/>
                </a:solidFill>
              </a:rPr>
              <a:t>Grün: </a:t>
            </a:r>
            <a:r>
              <a:rPr lang="de-DE" sz="1200" dirty="0" err="1">
                <a:solidFill>
                  <a:schemeClr val="accent6"/>
                </a:solidFill>
              </a:rPr>
              <a:t>Correction</a:t>
            </a:r>
            <a:r>
              <a:rPr lang="de-DE" sz="1200" dirty="0">
                <a:solidFill>
                  <a:schemeClr val="accent6"/>
                </a:solidFill>
              </a:rPr>
              <a:t> Dimension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Frame Dimension</a:t>
            </a:r>
          </a:p>
          <a:p>
            <a:r>
              <a:rPr lang="de-DE" sz="1200" dirty="0">
                <a:solidFill>
                  <a:srgbClr val="FF0000"/>
                </a:solidFill>
              </a:rPr>
              <a:t>Rot: </a:t>
            </a:r>
            <a:r>
              <a:rPr lang="de-DE" sz="1200" dirty="0" err="1">
                <a:solidFill>
                  <a:srgbClr val="FF0000"/>
                </a:solidFill>
              </a:rPr>
              <a:t>physical</a:t>
            </a:r>
            <a:r>
              <a:rPr lang="de-DE" sz="1200" dirty="0">
                <a:solidFill>
                  <a:srgbClr val="FF0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rgbClr val="FFC000"/>
                </a:solidFill>
              </a:rPr>
              <a:t>Gelb: </a:t>
            </a:r>
            <a:r>
              <a:rPr lang="de-DE" sz="1200" dirty="0" err="1">
                <a:solidFill>
                  <a:srgbClr val="FFC000"/>
                </a:solidFill>
              </a:rPr>
              <a:t>derived</a:t>
            </a:r>
            <a:r>
              <a:rPr lang="de-DE" sz="1200" dirty="0">
                <a:solidFill>
                  <a:srgbClr val="FFC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chemeClr val="accent5"/>
                </a:solidFill>
              </a:rPr>
              <a:t>Lila: UI Outputs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FEF63178-C16F-5FB8-C76C-63A416638A5C}"/>
              </a:ext>
            </a:extLst>
          </p:cNvPr>
          <p:cNvSpPr txBox="1"/>
          <p:nvPr/>
        </p:nvSpPr>
        <p:spPr>
          <a:xfrm>
            <a:off x="10223635" y="138729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1007D5CE-1B8E-D538-07AD-C5C73C99B740}"/>
              </a:ext>
            </a:extLst>
          </p:cNvPr>
          <p:cNvSpPr txBox="1"/>
          <p:nvPr/>
        </p:nvSpPr>
        <p:spPr>
          <a:xfrm>
            <a:off x="10632171" y="2396133"/>
            <a:ext cx="1279517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3B9D8CAC-3C2C-668A-FCDA-CC7442B73B0B}"/>
              </a:ext>
            </a:extLst>
          </p:cNvPr>
          <p:cNvSpPr txBox="1"/>
          <p:nvPr/>
        </p:nvSpPr>
        <p:spPr>
          <a:xfrm>
            <a:off x="2320932" y="1453090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6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600" dirty="0">
                <a:solidFill>
                  <a:srgbClr val="FF0000"/>
                </a:solidFill>
              </a:rPr>
              <a:t>EPHEM-TYPE=VECTORS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A1E5024-155B-2530-F6C4-E199BC751588}"/>
              </a:ext>
            </a:extLst>
          </p:cNvPr>
          <p:cNvSpPr txBox="1"/>
          <p:nvPr/>
        </p:nvSpPr>
        <p:spPr>
          <a:xfrm>
            <a:off x="3351403" y="1721574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500@399</a:t>
            </a:r>
          </a:p>
          <a:p>
            <a:r>
              <a:rPr lang="de-DE" dirty="0"/>
              <a:t>EPHEM-TYPE=VECTORS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99F4102A-2E89-D344-619D-FE62758E1B71}"/>
              </a:ext>
            </a:extLst>
          </p:cNvPr>
          <p:cNvSpPr txBox="1"/>
          <p:nvPr/>
        </p:nvSpPr>
        <p:spPr>
          <a:xfrm>
            <a:off x="4300353" y="2333790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rgbClr val="FFC000"/>
                </a:solidFill>
              </a:rPr>
              <a:t>VECTOR_CORR=NONE</a:t>
            </a:r>
          </a:p>
          <a:p>
            <a:r>
              <a:rPr lang="de-DE" dirty="0">
                <a:solidFill>
                  <a:srgbClr val="FFC000"/>
                </a:solidFill>
              </a:rPr>
              <a:t>EPHEM-TYPE=OBSERVER</a:t>
            </a:r>
          </a:p>
          <a:p>
            <a:r>
              <a:rPr lang="de-DE" dirty="0" err="1">
                <a:solidFill>
                  <a:srgbClr val="FFC000"/>
                </a:solidFill>
              </a:rPr>
              <a:t>REF_System</a:t>
            </a:r>
            <a:r>
              <a:rPr lang="de-DE" dirty="0">
                <a:solidFill>
                  <a:srgbClr val="FFC000"/>
                </a:solidFill>
              </a:rPr>
              <a:t>=ICRF</a:t>
            </a:r>
          </a:p>
          <a:p>
            <a:r>
              <a:rPr lang="de-DE" dirty="0">
                <a:solidFill>
                  <a:srgbClr val="FFC000"/>
                </a:solidFill>
              </a:rPr>
              <a:t>REF_PLANE=FRAME</a:t>
            </a:r>
          </a:p>
          <a:p>
            <a:r>
              <a:rPr lang="de-DE" dirty="0">
                <a:solidFill>
                  <a:srgbClr val="FFC000"/>
                </a:solidFill>
              </a:rPr>
              <a:t>QUANTITIES=1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D1BCBFF6-23D4-E64A-AF67-240A7ECFF0B7}"/>
              </a:ext>
            </a:extLst>
          </p:cNvPr>
          <p:cNvSpPr txBox="1"/>
          <p:nvPr/>
        </p:nvSpPr>
        <p:spPr>
          <a:xfrm>
            <a:off x="6850224" y="243030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chemeClr val="accent5"/>
                </a:solidFill>
              </a:rPr>
              <a:t>VECTOR_CORR=NONE</a:t>
            </a:r>
          </a:p>
          <a:p>
            <a:r>
              <a:rPr lang="de-DE" dirty="0">
                <a:solidFill>
                  <a:schemeClr val="accent5"/>
                </a:solidFill>
              </a:rPr>
              <a:t>EPHEM-TYPE=OBSERVER</a:t>
            </a:r>
          </a:p>
          <a:p>
            <a:r>
              <a:rPr lang="de-DE" dirty="0" err="1">
                <a:solidFill>
                  <a:schemeClr val="accent5"/>
                </a:solidFill>
              </a:rPr>
              <a:t>REF_System</a:t>
            </a:r>
            <a:r>
              <a:rPr lang="de-DE" dirty="0">
                <a:solidFill>
                  <a:schemeClr val="accent5"/>
                </a:solidFill>
              </a:rPr>
              <a:t>=ICRF</a:t>
            </a:r>
          </a:p>
          <a:p>
            <a:r>
              <a:rPr lang="de-DE" dirty="0">
                <a:solidFill>
                  <a:schemeClr val="accent5"/>
                </a:solidFill>
              </a:rPr>
              <a:t>REF_PLANE=FRAME</a:t>
            </a:r>
          </a:p>
          <a:p>
            <a:r>
              <a:rPr lang="de-DE" dirty="0">
                <a:solidFill>
                  <a:schemeClr val="accent5"/>
                </a:solidFill>
              </a:rPr>
              <a:t>QUANTITIES=AZ;ALT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1C3B5B59-2455-F59B-3B50-248AA2D14828}"/>
              </a:ext>
            </a:extLst>
          </p:cNvPr>
          <p:cNvSpPr txBox="1"/>
          <p:nvPr/>
        </p:nvSpPr>
        <p:spPr>
          <a:xfrm>
            <a:off x="6419452" y="2291929"/>
            <a:ext cx="8947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OBSERVER+</a:t>
            </a:r>
          </a:p>
        </p:txBody>
      </p: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240B81D6-3995-DE79-9B3A-3684D830F12A}"/>
              </a:ext>
            </a:extLst>
          </p:cNvPr>
          <p:cNvCxnSpPr>
            <a:cxnSpLocks/>
          </p:cNvCxnSpPr>
          <p:nvPr/>
        </p:nvCxnSpPr>
        <p:spPr>
          <a:xfrm flipV="1">
            <a:off x="5259565" y="580119"/>
            <a:ext cx="2505215" cy="70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feld 239">
            <a:extLst>
              <a:ext uri="{FF2B5EF4-FFF2-40B4-BE49-F238E27FC236}">
                <a16:creationId xmlns:a16="http://schemas.microsoft.com/office/drawing/2014/main" id="{73DE6E10-948F-8D0E-53EC-2BB4DB9771F3}"/>
              </a:ext>
            </a:extLst>
          </p:cNvPr>
          <p:cNvSpPr txBox="1"/>
          <p:nvPr/>
        </p:nvSpPr>
        <p:spPr>
          <a:xfrm>
            <a:off x="5420044" y="219911"/>
            <a:ext cx="24272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rgbClr val="FFC000"/>
                </a:solidFill>
              </a:rPr>
              <a:t>EPHEM-TYPE = { OBSERVER}</a:t>
            </a:r>
          </a:p>
          <a:p>
            <a:endParaRPr lang="de-DE" sz="1000" b="1" dirty="0">
              <a:solidFill>
                <a:srgbClr val="FFC000"/>
              </a:solidFill>
            </a:endParaRPr>
          </a:p>
        </p:txBody>
      </p:sp>
      <p:grpSp>
        <p:nvGrpSpPr>
          <p:cNvPr id="246" name="Gruppieren 245">
            <a:extLst>
              <a:ext uri="{FF2B5EF4-FFF2-40B4-BE49-F238E27FC236}">
                <a16:creationId xmlns:a16="http://schemas.microsoft.com/office/drawing/2014/main" id="{AC6B986C-6B47-A748-62E3-E381889BF826}"/>
              </a:ext>
            </a:extLst>
          </p:cNvPr>
          <p:cNvGrpSpPr/>
          <p:nvPr/>
        </p:nvGrpSpPr>
        <p:grpSpPr>
          <a:xfrm>
            <a:off x="9790916" y="1644479"/>
            <a:ext cx="480147" cy="385178"/>
            <a:chOff x="6864273" y="4714937"/>
            <a:chExt cx="621045" cy="514285"/>
          </a:xfrm>
        </p:grpSpPr>
        <p:sp>
          <p:nvSpPr>
            <p:cNvPr id="244" name="Gleichschenkliges Dreieck 243">
              <a:extLst>
                <a:ext uri="{FF2B5EF4-FFF2-40B4-BE49-F238E27FC236}">
                  <a16:creationId xmlns:a16="http://schemas.microsoft.com/office/drawing/2014/main" id="{37CDBD93-ECDB-FCA7-023E-49B82837DF66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5" name="Textfeld 244">
              <a:extLst>
                <a:ext uri="{FF2B5EF4-FFF2-40B4-BE49-F238E27FC236}">
                  <a16:creationId xmlns:a16="http://schemas.microsoft.com/office/drawing/2014/main" id="{AE33FBB2-813C-BDEB-6ED2-482DDC563FA4}"/>
                </a:ext>
              </a:extLst>
            </p:cNvPr>
            <p:cNvSpPr txBox="1"/>
            <p:nvPr/>
          </p:nvSpPr>
          <p:spPr>
            <a:xfrm>
              <a:off x="6904745" y="4835822"/>
              <a:ext cx="431528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15</a:t>
              </a:r>
            </a:p>
          </p:txBody>
        </p:sp>
      </p:grp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73354F37-9FFF-7EAA-0848-1D93C74218D6}"/>
              </a:ext>
            </a:extLst>
          </p:cNvPr>
          <p:cNvGrpSpPr/>
          <p:nvPr/>
        </p:nvGrpSpPr>
        <p:grpSpPr>
          <a:xfrm>
            <a:off x="9745041" y="2800181"/>
            <a:ext cx="480147" cy="459870"/>
            <a:chOff x="6864273" y="4714937"/>
            <a:chExt cx="621045" cy="614013"/>
          </a:xfrm>
        </p:grpSpPr>
        <p:sp>
          <p:nvSpPr>
            <p:cNvPr id="248" name="Gleichschenkliges Dreieck 247">
              <a:extLst>
                <a:ext uri="{FF2B5EF4-FFF2-40B4-BE49-F238E27FC236}">
                  <a16:creationId xmlns:a16="http://schemas.microsoft.com/office/drawing/2014/main" id="{426C32D3-13A7-A891-065A-27EF9FCC3392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9" name="Textfeld 248">
              <a:extLst>
                <a:ext uri="{FF2B5EF4-FFF2-40B4-BE49-F238E27FC236}">
                  <a16:creationId xmlns:a16="http://schemas.microsoft.com/office/drawing/2014/main" id="{3FA9411B-939A-58B0-8A52-EF6437707D9E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16</a:t>
              </a:r>
            </a:p>
          </p:txBody>
        </p:sp>
      </p:grpSp>
      <p:grpSp>
        <p:nvGrpSpPr>
          <p:cNvPr id="250" name="Gruppieren 249">
            <a:extLst>
              <a:ext uri="{FF2B5EF4-FFF2-40B4-BE49-F238E27FC236}">
                <a16:creationId xmlns:a16="http://schemas.microsoft.com/office/drawing/2014/main" id="{0235019C-0DAA-1C64-8D14-CD5688BC82D8}"/>
              </a:ext>
            </a:extLst>
          </p:cNvPr>
          <p:cNvGrpSpPr/>
          <p:nvPr/>
        </p:nvGrpSpPr>
        <p:grpSpPr>
          <a:xfrm>
            <a:off x="9031851" y="5719267"/>
            <a:ext cx="480147" cy="459870"/>
            <a:chOff x="6864273" y="4714937"/>
            <a:chExt cx="621045" cy="614013"/>
          </a:xfrm>
        </p:grpSpPr>
        <p:sp>
          <p:nvSpPr>
            <p:cNvPr id="251" name="Gleichschenkliges Dreieck 250">
              <a:extLst>
                <a:ext uri="{FF2B5EF4-FFF2-40B4-BE49-F238E27FC236}">
                  <a16:creationId xmlns:a16="http://schemas.microsoft.com/office/drawing/2014/main" id="{D8B78CF2-2F6A-24C3-A9CF-6BB8E1FAED38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2" name="Textfeld 251">
              <a:extLst>
                <a:ext uri="{FF2B5EF4-FFF2-40B4-BE49-F238E27FC236}">
                  <a16:creationId xmlns:a16="http://schemas.microsoft.com/office/drawing/2014/main" id="{36175BF5-5DA4-D132-612A-0A204DE07984}"/>
                </a:ext>
              </a:extLst>
            </p:cNvPr>
            <p:cNvSpPr txBox="1"/>
            <p:nvPr/>
          </p:nvSpPr>
          <p:spPr>
            <a:xfrm>
              <a:off x="6904745" y="4835822"/>
              <a:ext cx="558158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253" name="Gruppieren 252">
            <a:extLst>
              <a:ext uri="{FF2B5EF4-FFF2-40B4-BE49-F238E27FC236}">
                <a16:creationId xmlns:a16="http://schemas.microsoft.com/office/drawing/2014/main" id="{F9F9E20F-531A-30D7-CDFB-21AE9A2893BB}"/>
              </a:ext>
            </a:extLst>
          </p:cNvPr>
          <p:cNvGrpSpPr/>
          <p:nvPr/>
        </p:nvGrpSpPr>
        <p:grpSpPr>
          <a:xfrm>
            <a:off x="9842598" y="5678950"/>
            <a:ext cx="480147" cy="459870"/>
            <a:chOff x="6864273" y="4714937"/>
            <a:chExt cx="621045" cy="614013"/>
          </a:xfrm>
        </p:grpSpPr>
        <p:sp>
          <p:nvSpPr>
            <p:cNvPr id="254" name="Gleichschenkliges Dreieck 253">
              <a:extLst>
                <a:ext uri="{FF2B5EF4-FFF2-40B4-BE49-F238E27FC236}">
                  <a16:creationId xmlns:a16="http://schemas.microsoft.com/office/drawing/2014/main" id="{CCAE0FB5-091F-76E7-E5A9-1B57E5350F19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5" name="Textfeld 254">
              <a:extLst>
                <a:ext uri="{FF2B5EF4-FFF2-40B4-BE49-F238E27FC236}">
                  <a16:creationId xmlns:a16="http://schemas.microsoft.com/office/drawing/2014/main" id="{0DE60046-DFEC-BE6E-895F-03F238FA167D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14</a:t>
              </a:r>
            </a:p>
          </p:txBody>
        </p:sp>
      </p:grpSp>
      <p:sp>
        <p:nvSpPr>
          <p:cNvPr id="257" name="Ellipse 256">
            <a:extLst>
              <a:ext uri="{FF2B5EF4-FFF2-40B4-BE49-F238E27FC236}">
                <a16:creationId xmlns:a16="http://schemas.microsoft.com/office/drawing/2014/main" id="{C3560295-217A-B4D7-129F-08E2CF7D1AD0}"/>
              </a:ext>
            </a:extLst>
          </p:cNvPr>
          <p:cNvSpPr/>
          <p:nvPr/>
        </p:nvSpPr>
        <p:spPr>
          <a:xfrm>
            <a:off x="5513109" y="2790785"/>
            <a:ext cx="294969" cy="29496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8" name="Textfeld 257">
            <a:extLst>
              <a:ext uri="{FF2B5EF4-FFF2-40B4-BE49-F238E27FC236}">
                <a16:creationId xmlns:a16="http://schemas.microsoft.com/office/drawing/2014/main" id="{B2E50E32-CB55-EB3A-03B9-27BCBC3D9B06}"/>
              </a:ext>
            </a:extLst>
          </p:cNvPr>
          <p:cNvSpPr txBox="1"/>
          <p:nvPr/>
        </p:nvSpPr>
        <p:spPr>
          <a:xfrm>
            <a:off x="5158583" y="2497933"/>
            <a:ext cx="308098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3</a:t>
            </a:r>
          </a:p>
        </p:txBody>
      </p:sp>
      <p:sp>
        <p:nvSpPr>
          <p:cNvPr id="259" name="Textfeld 258">
            <a:extLst>
              <a:ext uri="{FF2B5EF4-FFF2-40B4-BE49-F238E27FC236}">
                <a16:creationId xmlns:a16="http://schemas.microsoft.com/office/drawing/2014/main" id="{5835A641-4EFF-1931-D03F-F5227DED87CE}"/>
              </a:ext>
            </a:extLst>
          </p:cNvPr>
          <p:cNvSpPr txBox="1"/>
          <p:nvPr/>
        </p:nvSpPr>
        <p:spPr>
          <a:xfrm>
            <a:off x="5166560" y="3513597"/>
            <a:ext cx="308098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260" name="Textfeld 259">
            <a:extLst>
              <a:ext uri="{FF2B5EF4-FFF2-40B4-BE49-F238E27FC236}">
                <a16:creationId xmlns:a16="http://schemas.microsoft.com/office/drawing/2014/main" id="{DC4CC033-F4D3-60B2-9831-F658EE8A7FD0}"/>
              </a:ext>
            </a:extLst>
          </p:cNvPr>
          <p:cNvSpPr txBox="1"/>
          <p:nvPr/>
        </p:nvSpPr>
        <p:spPr>
          <a:xfrm>
            <a:off x="5088497" y="4306672"/>
            <a:ext cx="431528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11</a:t>
            </a:r>
          </a:p>
        </p:txBody>
      </p:sp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6174C4C5-6954-70CD-A82A-1A7CA5BD2602}"/>
              </a:ext>
            </a:extLst>
          </p:cNvPr>
          <p:cNvGrpSpPr/>
          <p:nvPr/>
        </p:nvGrpSpPr>
        <p:grpSpPr>
          <a:xfrm>
            <a:off x="6416839" y="2732706"/>
            <a:ext cx="480147" cy="402007"/>
            <a:chOff x="6864273" y="4714937"/>
            <a:chExt cx="621045" cy="536755"/>
          </a:xfrm>
        </p:grpSpPr>
        <p:sp>
          <p:nvSpPr>
            <p:cNvPr id="262" name="Gleichschenkliges Dreieck 261">
              <a:extLst>
                <a:ext uri="{FF2B5EF4-FFF2-40B4-BE49-F238E27FC236}">
                  <a16:creationId xmlns:a16="http://schemas.microsoft.com/office/drawing/2014/main" id="{E78048B9-7622-DC6C-3300-76E9D1AA83FC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AE61E07E-7BAD-E93B-1D74-5767427EF1C7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4</a:t>
              </a:r>
            </a:p>
          </p:txBody>
        </p:sp>
      </p:grpSp>
      <p:grpSp>
        <p:nvGrpSpPr>
          <p:cNvPr id="264" name="Gruppieren 263">
            <a:extLst>
              <a:ext uri="{FF2B5EF4-FFF2-40B4-BE49-F238E27FC236}">
                <a16:creationId xmlns:a16="http://schemas.microsoft.com/office/drawing/2014/main" id="{D035290E-36B7-05D5-3498-DFF892856C50}"/>
              </a:ext>
            </a:extLst>
          </p:cNvPr>
          <p:cNvGrpSpPr/>
          <p:nvPr/>
        </p:nvGrpSpPr>
        <p:grpSpPr>
          <a:xfrm>
            <a:off x="6401520" y="3499316"/>
            <a:ext cx="480147" cy="402007"/>
            <a:chOff x="6864273" y="4714937"/>
            <a:chExt cx="621045" cy="536755"/>
          </a:xfrm>
        </p:grpSpPr>
        <p:sp>
          <p:nvSpPr>
            <p:cNvPr id="265" name="Gleichschenkliges Dreieck 264">
              <a:extLst>
                <a:ext uri="{FF2B5EF4-FFF2-40B4-BE49-F238E27FC236}">
                  <a16:creationId xmlns:a16="http://schemas.microsoft.com/office/drawing/2014/main" id="{7B875121-FC47-1D19-8136-C462F36EC52A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6" name="Textfeld 265">
              <a:extLst>
                <a:ext uri="{FF2B5EF4-FFF2-40B4-BE49-F238E27FC236}">
                  <a16:creationId xmlns:a16="http://schemas.microsoft.com/office/drawing/2014/main" id="{424C5154-4F84-2ACA-063E-7FC199BD8FD1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8</a:t>
              </a:r>
            </a:p>
          </p:txBody>
        </p:sp>
      </p:grpSp>
      <p:grpSp>
        <p:nvGrpSpPr>
          <p:cNvPr id="267" name="Gruppieren 266">
            <a:extLst>
              <a:ext uri="{FF2B5EF4-FFF2-40B4-BE49-F238E27FC236}">
                <a16:creationId xmlns:a16="http://schemas.microsoft.com/office/drawing/2014/main" id="{8195080B-6A9E-25C8-6368-A2FFF93C1E0F}"/>
              </a:ext>
            </a:extLst>
          </p:cNvPr>
          <p:cNvGrpSpPr/>
          <p:nvPr/>
        </p:nvGrpSpPr>
        <p:grpSpPr>
          <a:xfrm>
            <a:off x="6413538" y="4302000"/>
            <a:ext cx="480147" cy="476527"/>
            <a:chOff x="6864273" y="4714937"/>
            <a:chExt cx="621045" cy="636253"/>
          </a:xfrm>
        </p:grpSpPr>
        <p:sp>
          <p:nvSpPr>
            <p:cNvPr id="268" name="Gleichschenkliges Dreieck 267">
              <a:extLst>
                <a:ext uri="{FF2B5EF4-FFF2-40B4-BE49-F238E27FC236}">
                  <a16:creationId xmlns:a16="http://schemas.microsoft.com/office/drawing/2014/main" id="{CD2FC6C4-8D1F-89A2-DA41-206086742FC2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801B4621-84CB-1A9E-BA3D-6C6E1E08DC62}"/>
                </a:ext>
              </a:extLst>
            </p:cNvPr>
            <p:cNvSpPr txBox="1"/>
            <p:nvPr/>
          </p:nvSpPr>
          <p:spPr>
            <a:xfrm>
              <a:off x="6885465" y="485806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12</a:t>
              </a:r>
            </a:p>
          </p:txBody>
        </p:sp>
      </p:grpSp>
      <p:sp>
        <p:nvSpPr>
          <p:cNvPr id="270" name="Textfeld 269">
            <a:extLst>
              <a:ext uri="{FF2B5EF4-FFF2-40B4-BE49-F238E27FC236}">
                <a16:creationId xmlns:a16="http://schemas.microsoft.com/office/drawing/2014/main" id="{229AF488-29EB-691B-11F9-4CEED6B9DFCC}"/>
              </a:ext>
            </a:extLst>
          </p:cNvPr>
          <p:cNvSpPr txBox="1"/>
          <p:nvPr/>
        </p:nvSpPr>
        <p:spPr>
          <a:xfrm>
            <a:off x="7866794" y="211807"/>
            <a:ext cx="26484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chemeClr val="accent5"/>
                </a:solidFill>
              </a:rPr>
              <a:t>EPHEM-TYPE = { OBSERVER} + QUANTITIES</a:t>
            </a:r>
          </a:p>
          <a:p>
            <a:endParaRPr lang="de-DE" sz="1000" b="1" dirty="0">
              <a:solidFill>
                <a:schemeClr val="accent5"/>
              </a:solidFill>
            </a:endParaRP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CB1451C5-BF7B-4A10-8BB3-7003832F5F4B}"/>
              </a:ext>
            </a:extLst>
          </p:cNvPr>
          <p:cNvCxnSpPr>
            <a:cxnSpLocks/>
          </p:cNvCxnSpPr>
          <p:nvPr/>
        </p:nvCxnSpPr>
        <p:spPr>
          <a:xfrm>
            <a:off x="7764780" y="591804"/>
            <a:ext cx="2867490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EF069BA1-1E82-ECDE-AFA6-4A425776BBCF}"/>
              </a:ext>
            </a:extLst>
          </p:cNvPr>
          <p:cNvCxnSpPr>
            <a:cxnSpLocks/>
          </p:cNvCxnSpPr>
          <p:nvPr/>
        </p:nvCxnSpPr>
        <p:spPr>
          <a:xfrm>
            <a:off x="267486" y="5562361"/>
            <a:ext cx="562928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echteck 279">
            <a:extLst>
              <a:ext uri="{FF2B5EF4-FFF2-40B4-BE49-F238E27FC236}">
                <a16:creationId xmlns:a16="http://schemas.microsoft.com/office/drawing/2014/main" id="{D2F1748B-24F0-5B15-1600-E7BFB7C29D52}"/>
              </a:ext>
            </a:extLst>
          </p:cNvPr>
          <p:cNvSpPr/>
          <p:nvPr/>
        </p:nvSpPr>
        <p:spPr>
          <a:xfrm>
            <a:off x="1933133" y="5078699"/>
            <a:ext cx="92036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Not Horizons;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Later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Relativity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Parallax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Refraction</a:t>
            </a:r>
            <a:endParaRPr lang="de-DE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7" name="Textfeld 286">
            <a:extLst>
              <a:ext uri="{FF2B5EF4-FFF2-40B4-BE49-F238E27FC236}">
                <a16:creationId xmlns:a16="http://schemas.microsoft.com/office/drawing/2014/main" id="{B4D8A679-0708-00D4-BF4F-543A7AFCDBCB}"/>
              </a:ext>
            </a:extLst>
          </p:cNvPr>
          <p:cNvSpPr txBox="1"/>
          <p:nvPr/>
        </p:nvSpPr>
        <p:spPr>
          <a:xfrm>
            <a:off x="3598850" y="5668639"/>
            <a:ext cx="184537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Boxes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Astronometria</a:t>
            </a:r>
            <a:r>
              <a:rPr lang="de-DE" sz="1200" dirty="0"/>
              <a:t> </a:t>
            </a:r>
          </a:p>
          <a:p>
            <a:r>
              <a:rPr lang="de-DE" sz="1200" dirty="0" err="1"/>
              <a:t>Algo</a:t>
            </a:r>
            <a:r>
              <a:rPr lang="de-DE" sz="1200" dirty="0"/>
              <a:t> </a:t>
            </a:r>
            <a:r>
              <a:rPr lang="de-DE" sz="1200" dirty="0" err="1"/>
              <a:t>parts</a:t>
            </a:r>
            <a:endParaRPr lang="de-DE" sz="1200" dirty="0"/>
          </a:p>
        </p:txBody>
      </p:sp>
      <p:sp>
        <p:nvSpPr>
          <p:cNvPr id="288" name="Textfeld 287">
            <a:extLst>
              <a:ext uri="{FF2B5EF4-FFF2-40B4-BE49-F238E27FC236}">
                <a16:creationId xmlns:a16="http://schemas.microsoft.com/office/drawing/2014/main" id="{F17287F8-2584-96AC-33AF-D1DB33788A92}"/>
              </a:ext>
            </a:extLst>
          </p:cNvPr>
          <p:cNvSpPr txBox="1"/>
          <p:nvPr/>
        </p:nvSpPr>
        <p:spPr>
          <a:xfrm>
            <a:off x="3595789" y="6243059"/>
            <a:ext cx="21808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Numbers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any</a:t>
            </a:r>
            <a:r>
              <a:rPr lang="de-DE" sz="1200" dirty="0"/>
              <a:t> </a:t>
            </a:r>
            <a:r>
              <a:rPr lang="de-DE" sz="1200" dirty="0" err="1"/>
              <a:t>kind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</a:p>
          <a:p>
            <a:r>
              <a:rPr lang="de-DE" sz="1200" dirty="0"/>
              <a:t>Horizons Measurement Points</a:t>
            </a:r>
          </a:p>
        </p:txBody>
      </p:sp>
      <p:sp>
        <p:nvSpPr>
          <p:cNvPr id="290" name="Rechteck 289">
            <a:extLst>
              <a:ext uri="{FF2B5EF4-FFF2-40B4-BE49-F238E27FC236}">
                <a16:creationId xmlns:a16="http://schemas.microsoft.com/office/drawing/2014/main" id="{D93CBAF3-9AC3-AB5C-499D-3790104367BD}"/>
              </a:ext>
            </a:extLst>
          </p:cNvPr>
          <p:cNvSpPr/>
          <p:nvPr/>
        </p:nvSpPr>
        <p:spPr>
          <a:xfrm>
            <a:off x="6114098" y="6275305"/>
            <a:ext cx="198587" cy="1985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1" name="Gleichschenkliges Dreieck 290">
            <a:extLst>
              <a:ext uri="{FF2B5EF4-FFF2-40B4-BE49-F238E27FC236}">
                <a16:creationId xmlns:a16="http://schemas.microsoft.com/office/drawing/2014/main" id="{D179B9A9-6B2F-81CE-E72B-5A0E0DAA4DA4}"/>
              </a:ext>
            </a:extLst>
          </p:cNvPr>
          <p:cNvSpPr/>
          <p:nvPr/>
        </p:nvSpPr>
        <p:spPr>
          <a:xfrm>
            <a:off x="6448425" y="629327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92" name="Gruppieren 291">
            <a:extLst>
              <a:ext uri="{FF2B5EF4-FFF2-40B4-BE49-F238E27FC236}">
                <a16:creationId xmlns:a16="http://schemas.microsoft.com/office/drawing/2014/main" id="{8422D2DE-5825-71D9-6560-A340B12D7DED}"/>
              </a:ext>
            </a:extLst>
          </p:cNvPr>
          <p:cNvGrpSpPr/>
          <p:nvPr/>
        </p:nvGrpSpPr>
        <p:grpSpPr>
          <a:xfrm>
            <a:off x="5762467" y="6249683"/>
            <a:ext cx="219233" cy="276995"/>
            <a:chOff x="7877175" y="1094810"/>
            <a:chExt cx="301748" cy="369332"/>
          </a:xfrm>
        </p:grpSpPr>
        <p:sp>
          <p:nvSpPr>
            <p:cNvPr id="293" name="Ellipse 292">
              <a:extLst>
                <a:ext uri="{FF2B5EF4-FFF2-40B4-BE49-F238E27FC236}">
                  <a16:creationId xmlns:a16="http://schemas.microsoft.com/office/drawing/2014/main" id="{486B2506-C537-6AEE-4694-8E21F7D653DF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Textfeld 293">
              <a:extLst>
                <a:ext uri="{FF2B5EF4-FFF2-40B4-BE49-F238E27FC236}">
                  <a16:creationId xmlns:a16="http://schemas.microsoft.com/office/drawing/2014/main" id="{AB499FFA-B312-5072-5072-242A0F226786}"/>
                </a:ext>
              </a:extLst>
            </p:cNvPr>
            <p:cNvSpPr txBox="1"/>
            <p:nvPr/>
          </p:nvSpPr>
          <p:spPr>
            <a:xfrm>
              <a:off x="7877175" y="109481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de-DE" dirty="0">
                <a:solidFill>
                  <a:srgbClr val="FF0000"/>
                </a:solidFill>
              </a:endParaRPr>
            </a:p>
          </p:txBody>
        </p:sp>
      </p:grpSp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301535C2-8EC9-49C2-E28E-DE621E12786D}"/>
              </a:ext>
            </a:extLst>
          </p:cNvPr>
          <p:cNvSpPr/>
          <p:nvPr/>
        </p:nvSpPr>
        <p:spPr>
          <a:xfrm>
            <a:off x="9653423" y="1034154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6" name="Textfeld 295">
            <a:extLst>
              <a:ext uri="{FF2B5EF4-FFF2-40B4-BE49-F238E27FC236}">
                <a16:creationId xmlns:a16="http://schemas.microsoft.com/office/drawing/2014/main" id="{4BC8B12C-949B-3956-3806-B0DE22C52FD9}"/>
              </a:ext>
            </a:extLst>
          </p:cNvPr>
          <p:cNvSpPr txBox="1"/>
          <p:nvPr/>
        </p:nvSpPr>
        <p:spPr>
          <a:xfrm rot="18888506">
            <a:off x="264134" y="505518"/>
            <a:ext cx="1311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>
                <a:highlight>
                  <a:srgbClr val="FFFF00"/>
                </a:highlight>
              </a:rPr>
              <a:t>FREEZE</a:t>
            </a:r>
            <a:endParaRPr lang="de-DE" dirty="0">
              <a:highlight>
                <a:srgbClr val="FFFF00"/>
              </a:highlight>
            </a:endParaRPr>
          </a:p>
          <a:p>
            <a:pPr algn="ctr"/>
            <a:r>
              <a:rPr lang="de-DE" dirty="0">
                <a:highlight>
                  <a:srgbClr val="FFFF00"/>
                </a:highlight>
              </a:rPr>
              <a:t>2026-05-17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03D2B920-3B2E-0AD4-0325-C96A49F34A7D}"/>
              </a:ext>
            </a:extLst>
          </p:cNvPr>
          <p:cNvCxnSpPr>
            <a:cxnSpLocks/>
            <a:stCxn id="120" idx="6"/>
            <a:endCxn id="46" idx="1"/>
          </p:cNvCxnSpPr>
          <p:nvPr/>
        </p:nvCxnSpPr>
        <p:spPr>
          <a:xfrm>
            <a:off x="2857513" y="2573753"/>
            <a:ext cx="239027" cy="76351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0789AC2-9D60-E4A2-CA15-A4A8806A77E4}"/>
              </a:ext>
            </a:extLst>
          </p:cNvPr>
          <p:cNvCxnSpPr>
            <a:cxnSpLocks/>
            <a:stCxn id="124" idx="3"/>
            <a:endCxn id="47" idx="1"/>
          </p:cNvCxnSpPr>
          <p:nvPr/>
        </p:nvCxnSpPr>
        <p:spPr>
          <a:xfrm>
            <a:off x="3909928" y="2586177"/>
            <a:ext cx="207882" cy="79264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A1F61485-1850-514D-D418-28436DBB5F4D}"/>
              </a:ext>
            </a:extLst>
          </p:cNvPr>
          <p:cNvSpPr txBox="1"/>
          <p:nvPr/>
        </p:nvSpPr>
        <p:spPr>
          <a:xfrm>
            <a:off x="3004727" y="259099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1b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C00908F-40BF-ECEA-F327-970D17648EF9}"/>
              </a:ext>
            </a:extLst>
          </p:cNvPr>
          <p:cNvSpPr txBox="1"/>
          <p:nvPr/>
        </p:nvSpPr>
        <p:spPr>
          <a:xfrm>
            <a:off x="2998375" y="351979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5b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B62E114-B18B-87FA-E66B-4394AE8DAEA1}"/>
              </a:ext>
            </a:extLst>
          </p:cNvPr>
          <p:cNvSpPr txBox="1"/>
          <p:nvPr/>
        </p:nvSpPr>
        <p:spPr>
          <a:xfrm>
            <a:off x="5591875" y="2635385"/>
            <a:ext cx="437940" cy="36933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3b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896BE5E-17EF-1F86-2B99-35C0A46EEACE}"/>
              </a:ext>
            </a:extLst>
          </p:cNvPr>
          <p:cNvSpPr txBox="1"/>
          <p:nvPr/>
        </p:nvSpPr>
        <p:spPr>
          <a:xfrm>
            <a:off x="5589108" y="3545684"/>
            <a:ext cx="437940" cy="36933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7b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B952E8C-AD75-8AB5-5A3B-3D564269362F}"/>
              </a:ext>
            </a:extLst>
          </p:cNvPr>
          <p:cNvSpPr txBox="1"/>
          <p:nvPr/>
        </p:nvSpPr>
        <p:spPr>
          <a:xfrm>
            <a:off x="5574882" y="4322967"/>
            <a:ext cx="502772" cy="307777"/>
          </a:xfrm>
          <a:prstGeom prst="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11b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A8DA8D68-BCD1-125B-3640-0004C56F23F7}"/>
              </a:ext>
            </a:extLst>
          </p:cNvPr>
          <p:cNvSpPr/>
          <p:nvPr/>
        </p:nvSpPr>
        <p:spPr>
          <a:xfrm>
            <a:off x="3046073" y="2599637"/>
            <a:ext cx="344612" cy="344612"/>
          </a:xfrm>
          <a:prstGeom prst="ellipse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82" name="Gruppieren 181">
            <a:extLst>
              <a:ext uri="{FF2B5EF4-FFF2-40B4-BE49-F238E27FC236}">
                <a16:creationId xmlns:a16="http://schemas.microsoft.com/office/drawing/2014/main" id="{C7EA9962-1A6F-92C4-4D25-9DE4F6215162}"/>
              </a:ext>
            </a:extLst>
          </p:cNvPr>
          <p:cNvGrpSpPr/>
          <p:nvPr/>
        </p:nvGrpSpPr>
        <p:grpSpPr>
          <a:xfrm>
            <a:off x="4033128" y="2606168"/>
            <a:ext cx="437940" cy="369332"/>
            <a:chOff x="3995024" y="2606168"/>
            <a:chExt cx="437940" cy="369332"/>
          </a:xfrm>
        </p:grpSpPr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899AD230-BB82-7BCC-7803-208EB7E13860}"/>
                </a:ext>
              </a:extLst>
            </p:cNvPr>
            <p:cNvSpPr txBox="1"/>
            <p:nvPr/>
          </p:nvSpPr>
          <p:spPr>
            <a:xfrm>
              <a:off x="3995024" y="2606168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2b</a:t>
              </a:r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00460206-747B-4EE6-569F-914CD1AD4F3E}"/>
                </a:ext>
              </a:extLst>
            </p:cNvPr>
            <p:cNvSpPr/>
            <p:nvPr/>
          </p:nvSpPr>
          <p:spPr>
            <a:xfrm>
              <a:off x="4029239" y="2614974"/>
              <a:ext cx="344612" cy="344612"/>
            </a:xfrm>
            <a:prstGeom prst="ellipse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3" name="Ellipse 52">
            <a:extLst>
              <a:ext uri="{FF2B5EF4-FFF2-40B4-BE49-F238E27FC236}">
                <a16:creationId xmlns:a16="http://schemas.microsoft.com/office/drawing/2014/main" id="{739E8ED6-B338-E982-5D92-753C5A61AE3A}"/>
              </a:ext>
            </a:extLst>
          </p:cNvPr>
          <p:cNvSpPr/>
          <p:nvPr/>
        </p:nvSpPr>
        <p:spPr>
          <a:xfrm>
            <a:off x="3046073" y="3536506"/>
            <a:ext cx="344612" cy="344612"/>
          </a:xfrm>
          <a:prstGeom prst="ellipse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81" name="Gruppieren 180">
            <a:extLst>
              <a:ext uri="{FF2B5EF4-FFF2-40B4-BE49-F238E27FC236}">
                <a16:creationId xmlns:a16="http://schemas.microsoft.com/office/drawing/2014/main" id="{9ED4DE5E-8180-0563-96C7-D7344290A3F2}"/>
              </a:ext>
            </a:extLst>
          </p:cNvPr>
          <p:cNvGrpSpPr/>
          <p:nvPr/>
        </p:nvGrpSpPr>
        <p:grpSpPr>
          <a:xfrm>
            <a:off x="4038388" y="3538726"/>
            <a:ext cx="437940" cy="371253"/>
            <a:chOff x="4002221" y="3675053"/>
            <a:chExt cx="437940" cy="371253"/>
          </a:xfrm>
        </p:grpSpPr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3D670B67-803B-36EE-E59B-795BEA6CC2B3}"/>
                </a:ext>
              </a:extLst>
            </p:cNvPr>
            <p:cNvSpPr txBox="1"/>
            <p:nvPr/>
          </p:nvSpPr>
          <p:spPr>
            <a:xfrm>
              <a:off x="4002221" y="3676974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6b</a:t>
              </a:r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84B5AAC3-21C5-469C-87E7-A139DEC24087}"/>
                </a:ext>
              </a:extLst>
            </p:cNvPr>
            <p:cNvSpPr/>
            <p:nvPr/>
          </p:nvSpPr>
          <p:spPr>
            <a:xfrm>
              <a:off x="4029239" y="3675053"/>
              <a:ext cx="344612" cy="344612"/>
            </a:xfrm>
            <a:prstGeom prst="ellipse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93" name="Gruppieren 192">
            <a:extLst>
              <a:ext uri="{FF2B5EF4-FFF2-40B4-BE49-F238E27FC236}">
                <a16:creationId xmlns:a16="http://schemas.microsoft.com/office/drawing/2014/main" id="{7AE37A47-885D-9B23-BCF9-B15F1D56B41D}"/>
              </a:ext>
            </a:extLst>
          </p:cNvPr>
          <p:cNvGrpSpPr/>
          <p:nvPr/>
        </p:nvGrpSpPr>
        <p:grpSpPr>
          <a:xfrm>
            <a:off x="3002374" y="4291872"/>
            <a:ext cx="437940" cy="372967"/>
            <a:chOff x="2981318" y="4362033"/>
            <a:chExt cx="437940" cy="372967"/>
          </a:xfrm>
        </p:grpSpPr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184064B6-C208-816B-6C2D-6352C2FF89D1}"/>
                </a:ext>
              </a:extLst>
            </p:cNvPr>
            <p:cNvSpPr txBox="1"/>
            <p:nvPr/>
          </p:nvSpPr>
          <p:spPr>
            <a:xfrm>
              <a:off x="2981318" y="4362033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9b</a:t>
              </a: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6C02C1C6-919C-6280-2437-4BA411D670CE}"/>
                </a:ext>
              </a:extLst>
            </p:cNvPr>
            <p:cNvSpPr/>
            <p:nvPr/>
          </p:nvSpPr>
          <p:spPr>
            <a:xfrm>
              <a:off x="3023796" y="4390388"/>
              <a:ext cx="344612" cy="344612"/>
            </a:xfrm>
            <a:prstGeom prst="ellipse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80" name="Gruppieren 179">
            <a:extLst>
              <a:ext uri="{FF2B5EF4-FFF2-40B4-BE49-F238E27FC236}">
                <a16:creationId xmlns:a16="http://schemas.microsoft.com/office/drawing/2014/main" id="{4B19AD7C-16B7-6A7A-641A-CF6C39576150}"/>
              </a:ext>
            </a:extLst>
          </p:cNvPr>
          <p:cNvGrpSpPr/>
          <p:nvPr/>
        </p:nvGrpSpPr>
        <p:grpSpPr>
          <a:xfrm>
            <a:off x="3943322" y="4239944"/>
            <a:ext cx="608410" cy="386777"/>
            <a:chOff x="3975316" y="4402360"/>
            <a:chExt cx="561372" cy="369332"/>
          </a:xfrm>
        </p:grpSpPr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75AE7924-348F-3A67-7E6A-21993FA0D083}"/>
                </a:ext>
              </a:extLst>
            </p:cNvPr>
            <p:cNvSpPr txBox="1"/>
            <p:nvPr/>
          </p:nvSpPr>
          <p:spPr>
            <a:xfrm>
              <a:off x="3975316" y="4402360"/>
              <a:ext cx="561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10b</a:t>
              </a: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F011197D-A589-EA73-0A18-797652F9B334}"/>
                </a:ext>
              </a:extLst>
            </p:cNvPr>
            <p:cNvSpPr/>
            <p:nvPr/>
          </p:nvSpPr>
          <p:spPr>
            <a:xfrm>
              <a:off x="4007697" y="4404524"/>
              <a:ext cx="479143" cy="344612"/>
            </a:xfrm>
            <a:prstGeom prst="ellipse">
              <a:avLst/>
            </a:prstGeom>
            <a:noFill/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BB293782-45D7-6C7D-EBD8-4ACE8127FB1E}"/>
              </a:ext>
            </a:extLst>
          </p:cNvPr>
          <p:cNvCxnSpPr>
            <a:cxnSpLocks/>
            <a:stCxn id="46" idx="4"/>
            <a:endCxn id="53" idx="0"/>
          </p:cNvCxnSpPr>
          <p:nvPr/>
        </p:nvCxnSpPr>
        <p:spPr>
          <a:xfrm>
            <a:off x="3218379" y="2944249"/>
            <a:ext cx="0" cy="592257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E4E59503-7882-B617-E711-100AF692A41C}"/>
              </a:ext>
            </a:extLst>
          </p:cNvPr>
          <p:cNvCxnSpPr>
            <a:cxnSpLocks/>
            <a:stCxn id="53" idx="4"/>
            <a:endCxn id="57" idx="0"/>
          </p:cNvCxnSpPr>
          <p:nvPr/>
        </p:nvCxnSpPr>
        <p:spPr>
          <a:xfrm flipH="1">
            <a:off x="3217158" y="3881118"/>
            <a:ext cx="1221" cy="43910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44E0D2D7-56EF-B692-64E8-F23E12D1F7BA}"/>
              </a:ext>
            </a:extLst>
          </p:cNvPr>
          <p:cNvCxnSpPr>
            <a:cxnSpLocks/>
            <a:stCxn id="47" idx="4"/>
            <a:endCxn id="54" idx="0"/>
          </p:cNvCxnSpPr>
          <p:nvPr/>
        </p:nvCxnSpPr>
        <p:spPr>
          <a:xfrm flipH="1">
            <a:off x="4237712" y="2959586"/>
            <a:ext cx="1937" cy="57914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Gerader Verbinder 128">
            <a:extLst>
              <a:ext uri="{FF2B5EF4-FFF2-40B4-BE49-F238E27FC236}">
                <a16:creationId xmlns:a16="http://schemas.microsoft.com/office/drawing/2014/main" id="{C12F6D63-82DB-72EF-311E-C2A8B882F04D}"/>
              </a:ext>
            </a:extLst>
          </p:cNvPr>
          <p:cNvCxnSpPr>
            <a:cxnSpLocks/>
            <a:stCxn id="54" idx="4"/>
            <a:endCxn id="34" idx="0"/>
          </p:cNvCxnSpPr>
          <p:nvPr/>
        </p:nvCxnSpPr>
        <p:spPr>
          <a:xfrm>
            <a:off x="4237712" y="3883338"/>
            <a:ext cx="9815" cy="356606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r Verbinder 136">
            <a:extLst>
              <a:ext uri="{FF2B5EF4-FFF2-40B4-BE49-F238E27FC236}">
                <a16:creationId xmlns:a16="http://schemas.microsoft.com/office/drawing/2014/main" id="{07A70B20-C383-2820-0D48-3B73062F1505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5808078" y="3004717"/>
            <a:ext cx="2767" cy="540967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6F11683-21AC-2F3D-AD41-C471686BE19F}"/>
              </a:ext>
            </a:extLst>
          </p:cNvPr>
          <p:cNvCxnSpPr>
            <a:cxnSpLocks/>
            <a:stCxn id="37" idx="2"/>
            <a:endCxn id="42" idx="0"/>
          </p:cNvCxnSpPr>
          <p:nvPr/>
        </p:nvCxnSpPr>
        <p:spPr>
          <a:xfrm>
            <a:off x="5808078" y="3915016"/>
            <a:ext cx="18190" cy="407951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1BD96266-58D1-AC67-6EC1-95B869CCC3C3}"/>
              </a:ext>
            </a:extLst>
          </p:cNvPr>
          <p:cNvCxnSpPr>
            <a:cxnSpLocks/>
            <a:stCxn id="258" idx="3"/>
            <a:endCxn id="35" idx="1"/>
          </p:cNvCxnSpPr>
          <p:nvPr/>
        </p:nvCxnSpPr>
        <p:spPr>
          <a:xfrm>
            <a:off x="5466681" y="2682599"/>
            <a:ext cx="125194" cy="137452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77EB11CB-E1C2-E592-D2AF-5514131378AF}"/>
              </a:ext>
            </a:extLst>
          </p:cNvPr>
          <p:cNvCxnSpPr>
            <a:cxnSpLocks/>
          </p:cNvCxnSpPr>
          <p:nvPr/>
        </p:nvCxnSpPr>
        <p:spPr>
          <a:xfrm>
            <a:off x="2353482" y="2351819"/>
            <a:ext cx="708720" cy="0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 Verbindung mit Pfeil 152">
            <a:extLst>
              <a:ext uri="{FF2B5EF4-FFF2-40B4-BE49-F238E27FC236}">
                <a16:creationId xmlns:a16="http://schemas.microsoft.com/office/drawing/2014/main" id="{6119D730-53E8-BF42-4B8B-9E4D48FF2741}"/>
              </a:ext>
            </a:extLst>
          </p:cNvPr>
          <p:cNvCxnSpPr>
            <a:cxnSpLocks/>
          </p:cNvCxnSpPr>
          <p:nvPr/>
        </p:nvCxnSpPr>
        <p:spPr>
          <a:xfrm>
            <a:off x="3629652" y="2351819"/>
            <a:ext cx="708720" cy="0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feld 153">
            <a:extLst>
              <a:ext uri="{FF2B5EF4-FFF2-40B4-BE49-F238E27FC236}">
                <a16:creationId xmlns:a16="http://schemas.microsoft.com/office/drawing/2014/main" id="{91F3ED01-1DEB-2A47-17AA-68E237B7EE27}"/>
              </a:ext>
            </a:extLst>
          </p:cNvPr>
          <p:cNvSpPr txBox="1"/>
          <p:nvPr/>
        </p:nvSpPr>
        <p:spPr>
          <a:xfrm>
            <a:off x="2243697" y="2124371"/>
            <a:ext cx="8980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TIME-SCALE</a:t>
            </a: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DDEB43FD-E23C-7203-F43A-555647103A3C}"/>
              </a:ext>
            </a:extLst>
          </p:cNvPr>
          <p:cNvSpPr txBox="1"/>
          <p:nvPr/>
        </p:nvSpPr>
        <p:spPr>
          <a:xfrm>
            <a:off x="3485855" y="2121172"/>
            <a:ext cx="8980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TIME-SCALE</a:t>
            </a:r>
          </a:p>
        </p:txBody>
      </p:sp>
      <p:sp>
        <p:nvSpPr>
          <p:cNvPr id="167" name="Textfeld 166">
            <a:extLst>
              <a:ext uri="{FF2B5EF4-FFF2-40B4-BE49-F238E27FC236}">
                <a16:creationId xmlns:a16="http://schemas.microsoft.com/office/drawing/2014/main" id="{5445B7F5-20B7-2CCC-9A44-346379993EE9}"/>
              </a:ext>
            </a:extLst>
          </p:cNvPr>
          <p:cNvSpPr txBox="1"/>
          <p:nvPr/>
        </p:nvSpPr>
        <p:spPr>
          <a:xfrm>
            <a:off x="4972217" y="2251163"/>
            <a:ext cx="8980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TIME-SCALE</a:t>
            </a:r>
          </a:p>
        </p:txBody>
      </p:sp>
      <p:cxnSp>
        <p:nvCxnSpPr>
          <p:cNvPr id="168" name="Gerade Verbindung mit Pfeil 167">
            <a:extLst>
              <a:ext uri="{FF2B5EF4-FFF2-40B4-BE49-F238E27FC236}">
                <a16:creationId xmlns:a16="http://schemas.microsoft.com/office/drawing/2014/main" id="{E985FD2A-A237-7E52-21F8-5F41BCF62F9F}"/>
              </a:ext>
            </a:extLst>
          </p:cNvPr>
          <p:cNvCxnSpPr>
            <a:cxnSpLocks/>
          </p:cNvCxnSpPr>
          <p:nvPr/>
        </p:nvCxnSpPr>
        <p:spPr>
          <a:xfrm>
            <a:off x="5105135" y="2446960"/>
            <a:ext cx="708720" cy="0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DCED589A-C58B-8309-7377-B342DC00021B}"/>
              </a:ext>
            </a:extLst>
          </p:cNvPr>
          <p:cNvCxnSpPr>
            <a:cxnSpLocks/>
            <a:stCxn id="123" idx="4"/>
            <a:endCxn id="163" idx="0"/>
          </p:cNvCxnSpPr>
          <p:nvPr/>
        </p:nvCxnSpPr>
        <p:spPr>
          <a:xfrm flipH="1">
            <a:off x="3737642" y="2721800"/>
            <a:ext cx="18452" cy="8362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Gerader Verbinder 223">
            <a:extLst>
              <a:ext uri="{FF2B5EF4-FFF2-40B4-BE49-F238E27FC236}">
                <a16:creationId xmlns:a16="http://schemas.microsoft.com/office/drawing/2014/main" id="{AB99719C-519E-9515-0277-62E34125FE99}"/>
              </a:ext>
            </a:extLst>
          </p:cNvPr>
          <p:cNvCxnSpPr>
            <a:cxnSpLocks/>
            <a:stCxn id="163" idx="4"/>
            <a:endCxn id="177" idx="0"/>
          </p:cNvCxnSpPr>
          <p:nvPr/>
        </p:nvCxnSpPr>
        <p:spPr>
          <a:xfrm>
            <a:off x="3737642" y="3846059"/>
            <a:ext cx="8021" cy="5042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F7F990F5-4BEF-3005-5296-65A8F688773A}"/>
              </a:ext>
            </a:extLst>
          </p:cNvPr>
          <p:cNvCxnSpPr>
            <a:stCxn id="258" idx="2"/>
            <a:endCxn id="259" idx="0"/>
          </p:cNvCxnSpPr>
          <p:nvPr/>
        </p:nvCxnSpPr>
        <p:spPr>
          <a:xfrm>
            <a:off x="5312632" y="2867265"/>
            <a:ext cx="7977" cy="64633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Gerader Verbinder 231">
            <a:extLst>
              <a:ext uri="{FF2B5EF4-FFF2-40B4-BE49-F238E27FC236}">
                <a16:creationId xmlns:a16="http://schemas.microsoft.com/office/drawing/2014/main" id="{24FD558C-1986-3E4B-3B54-4C29772FC526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 flipH="1">
            <a:off x="5304261" y="3882929"/>
            <a:ext cx="16348" cy="42374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Gerader Verbinder 242">
            <a:extLst>
              <a:ext uri="{FF2B5EF4-FFF2-40B4-BE49-F238E27FC236}">
                <a16:creationId xmlns:a16="http://schemas.microsoft.com/office/drawing/2014/main" id="{140106F2-729C-C9CD-E82A-1C0BECD72230}"/>
              </a:ext>
            </a:extLst>
          </p:cNvPr>
          <p:cNvCxnSpPr>
            <a:cxnSpLocks/>
            <a:stCxn id="120" idx="4"/>
            <a:endCxn id="144" idx="0"/>
          </p:cNvCxnSpPr>
          <p:nvPr/>
        </p:nvCxnSpPr>
        <p:spPr>
          <a:xfrm flipH="1">
            <a:off x="2707843" y="2721237"/>
            <a:ext cx="2186" cy="8516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Textfeld 285">
            <a:extLst>
              <a:ext uri="{FF2B5EF4-FFF2-40B4-BE49-F238E27FC236}">
                <a16:creationId xmlns:a16="http://schemas.microsoft.com/office/drawing/2014/main" id="{917F59AF-0636-D0C8-8568-B1D58ED08D38}"/>
              </a:ext>
            </a:extLst>
          </p:cNvPr>
          <p:cNvSpPr txBox="1"/>
          <p:nvPr/>
        </p:nvSpPr>
        <p:spPr>
          <a:xfrm>
            <a:off x="14339" y="1528273"/>
            <a:ext cx="210384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TimeScale</a:t>
            </a:r>
            <a:r>
              <a:rPr lang="de-DE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12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only</a:t>
            </a:r>
            <a:r>
              <a:rPr lang="de-DE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12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for</a:t>
            </a:r>
            <a:r>
              <a:rPr lang="de-DE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12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SimModel</a:t>
            </a:r>
            <a:endParaRPr lang="de-DE" sz="12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de-DE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not </a:t>
            </a:r>
            <a:r>
              <a:rPr lang="de-DE" sz="12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for</a:t>
            </a:r>
            <a:r>
              <a:rPr lang="de-DE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12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MeasurementDef</a:t>
            </a:r>
            <a:r>
              <a:rPr lang="de-DE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.</a:t>
            </a:r>
          </a:p>
        </p:txBody>
      </p:sp>
      <p:sp>
        <p:nvSpPr>
          <p:cNvPr id="289" name="Freihandform: Form 288">
            <a:extLst>
              <a:ext uri="{FF2B5EF4-FFF2-40B4-BE49-F238E27FC236}">
                <a16:creationId xmlns:a16="http://schemas.microsoft.com/office/drawing/2014/main" id="{03CD78C8-075E-A7B2-166D-D26C32202ADF}"/>
              </a:ext>
            </a:extLst>
          </p:cNvPr>
          <p:cNvSpPr/>
          <p:nvPr/>
        </p:nvSpPr>
        <p:spPr>
          <a:xfrm>
            <a:off x="1883664" y="1887340"/>
            <a:ext cx="418132" cy="371228"/>
          </a:xfrm>
          <a:custGeom>
            <a:avLst/>
            <a:gdLst>
              <a:gd name="csX0" fmla="*/ 0 w 418132"/>
              <a:gd name="csY0" fmla="*/ 23756 h 371228"/>
              <a:gd name="csX1" fmla="*/ 411480 w 418132"/>
              <a:gd name="csY1" fmla="*/ 23756 h 371228"/>
              <a:gd name="csX2" fmla="*/ 265176 w 418132"/>
              <a:gd name="csY2" fmla="*/ 270644 h 371228"/>
              <a:gd name="csX3" fmla="*/ 411480 w 418132"/>
              <a:gd name="csY3" fmla="*/ 371228 h 3712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8132" h="371228">
                <a:moveTo>
                  <a:pt x="0" y="23756"/>
                </a:moveTo>
                <a:cubicBezTo>
                  <a:pt x="183642" y="3182"/>
                  <a:pt x="367284" y="-17392"/>
                  <a:pt x="411480" y="23756"/>
                </a:cubicBezTo>
                <a:cubicBezTo>
                  <a:pt x="455676" y="64904"/>
                  <a:pt x="265176" y="212732"/>
                  <a:pt x="265176" y="270644"/>
                </a:cubicBezTo>
                <a:cubicBezTo>
                  <a:pt x="265176" y="328556"/>
                  <a:pt x="338328" y="349892"/>
                  <a:pt x="411480" y="371228"/>
                </a:cubicBezTo>
              </a:path>
            </a:pathLst>
          </a:cu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7" name="Gerader Verbinder 296">
            <a:extLst>
              <a:ext uri="{FF2B5EF4-FFF2-40B4-BE49-F238E27FC236}">
                <a16:creationId xmlns:a16="http://schemas.microsoft.com/office/drawing/2014/main" id="{5F59BC3D-5548-6957-2A58-339B3465B63D}"/>
              </a:ext>
            </a:extLst>
          </p:cNvPr>
          <p:cNvCxnSpPr>
            <a:cxnSpLocks/>
            <a:stCxn id="144" idx="4"/>
            <a:endCxn id="174" idx="0"/>
          </p:cNvCxnSpPr>
          <p:nvPr/>
        </p:nvCxnSpPr>
        <p:spPr>
          <a:xfrm flipH="1">
            <a:off x="2700226" y="3867862"/>
            <a:ext cx="7617" cy="4402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564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76038-C3EE-08BC-ADC1-596E829BD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hteck 306">
            <a:extLst>
              <a:ext uri="{FF2B5EF4-FFF2-40B4-BE49-F238E27FC236}">
                <a16:creationId xmlns:a16="http://schemas.microsoft.com/office/drawing/2014/main" id="{FCD78FEA-3CFD-B086-AFDB-0E85C80C4672}"/>
              </a:ext>
            </a:extLst>
          </p:cNvPr>
          <p:cNvSpPr/>
          <p:nvPr/>
        </p:nvSpPr>
        <p:spPr>
          <a:xfrm>
            <a:off x="920051" y="713344"/>
            <a:ext cx="10216711" cy="2037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69DCB5B7-DF46-1461-83C0-3C927CB78137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9098211" y="2198645"/>
            <a:ext cx="26748" cy="4249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F347379-770F-9569-6248-E7FD86716B1D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6275982" y="2287180"/>
            <a:ext cx="0" cy="27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EEE41DB4-CC79-24D0-172E-F1E8A78505D7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0216131" y="2801488"/>
            <a:ext cx="0" cy="364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5548F73D-2765-AB82-BCB1-8B955FF62765}"/>
              </a:ext>
            </a:extLst>
          </p:cNvPr>
          <p:cNvSpPr/>
          <p:nvPr/>
        </p:nvSpPr>
        <p:spPr>
          <a:xfrm>
            <a:off x="2435736" y="78289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VSOP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63E1F79-20FB-01C9-B0D8-51C2FEE4BFC2}"/>
              </a:ext>
            </a:extLst>
          </p:cNvPr>
          <p:cNvCxnSpPr>
            <a:cxnSpLocks/>
          </p:cNvCxnSpPr>
          <p:nvPr/>
        </p:nvCxnSpPr>
        <p:spPr>
          <a:xfrm>
            <a:off x="25052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5FC5D61-B00D-E474-9571-8503853AB331}"/>
              </a:ext>
            </a:extLst>
          </p:cNvPr>
          <p:cNvCxnSpPr>
            <a:cxnSpLocks/>
          </p:cNvCxnSpPr>
          <p:nvPr/>
        </p:nvCxnSpPr>
        <p:spPr>
          <a:xfrm>
            <a:off x="28100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C857718-268E-D385-40DF-ACA4C8CB1CCC}"/>
              </a:ext>
            </a:extLst>
          </p:cNvPr>
          <p:cNvCxnSpPr>
            <a:cxnSpLocks/>
          </p:cNvCxnSpPr>
          <p:nvPr/>
        </p:nvCxnSpPr>
        <p:spPr>
          <a:xfrm>
            <a:off x="31148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261705E-C72A-752A-282B-A34B5AF48C15}"/>
              </a:ext>
            </a:extLst>
          </p:cNvPr>
          <p:cNvSpPr txBox="1"/>
          <p:nvPr/>
        </p:nvSpPr>
        <p:spPr>
          <a:xfrm>
            <a:off x="2335993" y="21991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TX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2BED39D-5743-3544-9576-B0E9B4131532}"/>
              </a:ext>
            </a:extLst>
          </p:cNvPr>
          <p:cNvSpPr txBox="1"/>
          <p:nvPr/>
        </p:nvSpPr>
        <p:spPr>
          <a:xfrm>
            <a:off x="2640793" y="219911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399276A-9911-AA48-1F25-0CBB8A05D168}"/>
              </a:ext>
            </a:extLst>
          </p:cNvPr>
          <p:cNvSpPr txBox="1"/>
          <p:nvPr/>
        </p:nvSpPr>
        <p:spPr>
          <a:xfrm>
            <a:off x="2945593" y="219911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1A1D477-E530-0E39-9C2F-7B8972D67150}"/>
              </a:ext>
            </a:extLst>
          </p:cNvPr>
          <p:cNvSpPr/>
          <p:nvPr/>
        </p:nvSpPr>
        <p:spPr>
          <a:xfrm>
            <a:off x="3591307" y="13099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HE2GE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61758DD-2DC7-9BD4-AB36-A1217717C1FB}"/>
              </a:ext>
            </a:extLst>
          </p:cNvPr>
          <p:cNvSpPr/>
          <p:nvPr/>
        </p:nvSpPr>
        <p:spPr>
          <a:xfrm>
            <a:off x="4746878" y="18052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GE2GA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841B4CD-88A6-74E6-966D-EA4345708659}"/>
              </a:ext>
            </a:extLst>
          </p:cNvPr>
          <p:cNvSpPr/>
          <p:nvPr/>
        </p:nvSpPr>
        <p:spPr>
          <a:xfrm>
            <a:off x="9842598" y="2432156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Topo </a:t>
            </a:r>
            <a:r>
              <a:rPr lang="de-DE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Projection</a:t>
            </a:r>
            <a:endParaRPr lang="de-DE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D33B9BEF-F0B7-DCE3-BC48-074AAFEC76D1}"/>
              </a:ext>
            </a:extLst>
          </p:cNvPr>
          <p:cNvCxnSpPr>
            <a:stCxn id="5" idx="3"/>
            <a:endCxn id="15" idx="0"/>
          </p:cNvCxnSpPr>
          <p:nvPr/>
        </p:nvCxnSpPr>
        <p:spPr>
          <a:xfrm>
            <a:off x="3182801" y="967560"/>
            <a:ext cx="782039" cy="342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9FD46BB6-8CE3-466B-5B51-C9EC917AEFA2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4338372" y="1494610"/>
            <a:ext cx="782039" cy="310634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6F33CE6A-B07F-2D3A-7934-D5F1182ABEB1}"/>
              </a:ext>
            </a:extLst>
          </p:cNvPr>
          <p:cNvSpPr txBox="1"/>
          <p:nvPr/>
        </p:nvSpPr>
        <p:spPr>
          <a:xfrm>
            <a:off x="3257887" y="975529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81EE802-A25F-E4FE-0FCD-D5AA9C19260A}"/>
              </a:ext>
            </a:extLst>
          </p:cNvPr>
          <p:cNvSpPr txBox="1"/>
          <p:nvPr/>
        </p:nvSpPr>
        <p:spPr>
          <a:xfrm>
            <a:off x="4353437" y="1475353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C39226A5-1694-7650-9C2F-A0456A73C7DA}"/>
              </a:ext>
            </a:extLst>
          </p:cNvPr>
          <p:cNvSpPr txBox="1"/>
          <p:nvPr/>
        </p:nvSpPr>
        <p:spPr>
          <a:xfrm>
            <a:off x="5417314" y="2049418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F71C1FB-1531-B5D4-8104-5ADA574F1FEB}"/>
              </a:ext>
            </a:extLst>
          </p:cNvPr>
          <p:cNvSpPr txBox="1"/>
          <p:nvPr/>
        </p:nvSpPr>
        <p:spPr>
          <a:xfrm>
            <a:off x="5690852" y="2918566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(AZ, ALT)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TP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B810BC61-E697-6BCD-5618-C5215D71B241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964840" y="1679276"/>
            <a:ext cx="0" cy="3378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5A44EB22-F1C5-4B0F-2F86-26355A82771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09269" y="1152226"/>
            <a:ext cx="0" cy="390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17395BE2-8B3B-54E7-DB11-3F87127E7E24}"/>
              </a:ext>
            </a:extLst>
          </p:cNvPr>
          <p:cNvSpPr txBox="1"/>
          <p:nvPr/>
        </p:nvSpPr>
        <p:spPr>
          <a:xfrm>
            <a:off x="2126069" y="2840084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875E569C-42F6-C375-7CEC-2E15F78CD72E}"/>
              </a:ext>
            </a:extLst>
          </p:cNvPr>
          <p:cNvSpPr txBox="1"/>
          <p:nvPr/>
        </p:nvSpPr>
        <p:spPr>
          <a:xfrm>
            <a:off x="3238633" y="2840085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D37A5E6E-EF29-3F52-FE15-C3F6D7F42AB7}"/>
              </a:ext>
            </a:extLst>
          </p:cNvPr>
          <p:cNvSpPr txBox="1"/>
          <p:nvPr/>
        </p:nvSpPr>
        <p:spPr>
          <a:xfrm>
            <a:off x="4110439" y="2943852"/>
            <a:ext cx="1391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Spherical</a:t>
            </a:r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D99DE417-4377-887D-3994-A78641031D87}"/>
              </a:ext>
            </a:extLst>
          </p:cNvPr>
          <p:cNvCxnSpPr>
            <a:cxnSpLocks/>
          </p:cNvCxnSpPr>
          <p:nvPr/>
        </p:nvCxnSpPr>
        <p:spPr>
          <a:xfrm>
            <a:off x="920051" y="2832899"/>
            <a:ext cx="10919359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176EE4AF-F102-B504-8CFA-363B87CB2508}"/>
              </a:ext>
            </a:extLst>
          </p:cNvPr>
          <p:cNvCxnSpPr>
            <a:cxnSpLocks/>
          </p:cNvCxnSpPr>
          <p:nvPr/>
        </p:nvCxnSpPr>
        <p:spPr>
          <a:xfrm>
            <a:off x="1024648" y="3671099"/>
            <a:ext cx="10112114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81BC8D63-312B-80CD-E329-27FAE2CDF18D}"/>
              </a:ext>
            </a:extLst>
          </p:cNvPr>
          <p:cNvCxnSpPr>
            <a:cxnSpLocks/>
          </p:cNvCxnSpPr>
          <p:nvPr/>
        </p:nvCxnSpPr>
        <p:spPr>
          <a:xfrm>
            <a:off x="1024648" y="4404524"/>
            <a:ext cx="10462502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4AD50285-0312-787D-432F-A28C313926AD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120411" y="2174576"/>
            <a:ext cx="0" cy="2883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61712993-A71F-7796-BB11-881F54856329}"/>
              </a:ext>
            </a:extLst>
          </p:cNvPr>
          <p:cNvSpPr/>
          <p:nvPr/>
        </p:nvSpPr>
        <p:spPr>
          <a:xfrm>
            <a:off x="1978685" y="3142779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LightTime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0F071F15-F3D9-137E-FF1A-ED0C90BD393C}"/>
              </a:ext>
            </a:extLst>
          </p:cNvPr>
          <p:cNvSpPr/>
          <p:nvPr/>
        </p:nvSpPr>
        <p:spPr>
          <a:xfrm>
            <a:off x="1950883" y="3867801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Aberration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09D8789D-E8D0-A156-9781-C78244AEFC79}"/>
              </a:ext>
            </a:extLst>
          </p:cNvPr>
          <p:cNvSpPr txBox="1"/>
          <p:nvPr/>
        </p:nvSpPr>
        <p:spPr>
          <a:xfrm>
            <a:off x="1038814" y="306415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L1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0D112C29-ED60-B763-5276-D251A090FD20}"/>
              </a:ext>
            </a:extLst>
          </p:cNvPr>
          <p:cNvSpPr txBox="1"/>
          <p:nvPr/>
        </p:nvSpPr>
        <p:spPr>
          <a:xfrm>
            <a:off x="1054461" y="383202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L2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8EB45234-7780-8423-50DB-2C92E08F120F}"/>
              </a:ext>
            </a:extLst>
          </p:cNvPr>
          <p:cNvSpPr txBox="1"/>
          <p:nvPr/>
        </p:nvSpPr>
        <p:spPr>
          <a:xfrm>
            <a:off x="2374195" y="2186514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908DC27D-8A4E-0A0F-DACD-94A512B8BD19}"/>
              </a:ext>
            </a:extLst>
          </p:cNvPr>
          <p:cNvSpPr txBox="1"/>
          <p:nvPr/>
        </p:nvSpPr>
        <p:spPr>
          <a:xfrm>
            <a:off x="3569965" y="2196870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EB43853F-D4A2-AB4E-A7C2-AEFA6D6C71A8}"/>
              </a:ext>
            </a:extLst>
          </p:cNvPr>
          <p:cNvSpPr txBox="1"/>
          <p:nvPr/>
        </p:nvSpPr>
        <p:spPr>
          <a:xfrm>
            <a:off x="4288515" y="279193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OBSERVER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14065350-F873-2538-0F07-AAFF74768BE6}"/>
              </a:ext>
            </a:extLst>
          </p:cNvPr>
          <p:cNvSpPr txBox="1"/>
          <p:nvPr/>
        </p:nvSpPr>
        <p:spPr>
          <a:xfrm>
            <a:off x="3311311" y="219911"/>
            <a:ext cx="2258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PHYS. MEASUREMENT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EPHEM-TYPE = { VECTORS}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INSTRUMENT DIMENSION</a:t>
            </a: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F897DE4B-C8AD-DF08-D0EF-3339477F528F}"/>
              </a:ext>
            </a:extLst>
          </p:cNvPr>
          <p:cNvCxnSpPr>
            <a:cxnSpLocks/>
          </p:cNvCxnSpPr>
          <p:nvPr/>
        </p:nvCxnSpPr>
        <p:spPr>
          <a:xfrm>
            <a:off x="3420931" y="582069"/>
            <a:ext cx="17366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540BB8BC-FD5C-E295-C282-0336DF1E75C5}"/>
              </a:ext>
            </a:extLst>
          </p:cNvPr>
          <p:cNvSpPr txBox="1"/>
          <p:nvPr/>
        </p:nvSpPr>
        <p:spPr>
          <a:xfrm rot="16200000">
            <a:off x="-579776" y="2956433"/>
            <a:ext cx="21980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CORRECTION DIMENTION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= { NONE, LT, LT+S}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LEVEL DIMENSION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E31634DB-2BDD-14B5-0324-7891E22D8328}"/>
              </a:ext>
            </a:extLst>
          </p:cNvPr>
          <p:cNvCxnSpPr>
            <a:cxnSpLocks/>
          </p:cNvCxnSpPr>
          <p:nvPr/>
        </p:nvCxnSpPr>
        <p:spPr>
          <a:xfrm>
            <a:off x="676278" y="2219281"/>
            <a:ext cx="0" cy="2838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228074E3-3DBA-3139-D825-BB5BD6857F78}"/>
              </a:ext>
            </a:extLst>
          </p:cNvPr>
          <p:cNvGrpSpPr/>
          <p:nvPr/>
        </p:nvGrpSpPr>
        <p:grpSpPr>
          <a:xfrm>
            <a:off x="2555765" y="2392265"/>
            <a:ext cx="308098" cy="369332"/>
            <a:chOff x="7877175" y="1086127"/>
            <a:chExt cx="308098" cy="369332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DEE7039A-34B2-E1D7-AE27-C478CE26FB15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82D632D0-C1A2-C959-AE9E-97EB9DF42A3E}"/>
                </a:ext>
              </a:extLst>
            </p:cNvPr>
            <p:cNvSpPr txBox="1"/>
            <p:nvPr/>
          </p:nvSpPr>
          <p:spPr>
            <a:xfrm>
              <a:off x="7877175" y="108612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4C7F1FA7-F081-E701-B5F5-F89EC2F5103E}"/>
              </a:ext>
            </a:extLst>
          </p:cNvPr>
          <p:cNvGrpSpPr/>
          <p:nvPr/>
        </p:nvGrpSpPr>
        <p:grpSpPr>
          <a:xfrm>
            <a:off x="3648928" y="2401200"/>
            <a:ext cx="308098" cy="369332"/>
            <a:chOff x="7877175" y="1094810"/>
            <a:chExt cx="308098" cy="369332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2EAB9D0B-52B3-F20E-1540-E9C018CE1B2B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80E0DEF0-32A2-7505-971C-E1433886D848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C33BE2FC-B6EB-F7DF-D33F-052887DDDB43}"/>
              </a:ext>
            </a:extLst>
          </p:cNvPr>
          <p:cNvGrpSpPr/>
          <p:nvPr/>
        </p:nvGrpSpPr>
        <p:grpSpPr>
          <a:xfrm>
            <a:off x="2510816" y="3547274"/>
            <a:ext cx="308098" cy="369332"/>
            <a:chOff x="7877175" y="1094810"/>
            <a:chExt cx="308098" cy="369332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96BB2BAA-A4CE-0DF8-54BE-879C3D6C54F0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342B9F65-72B9-8D9D-4574-B8DE20FAA732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7815EF5F-3E5E-353C-D703-9B8E349B97F6}"/>
              </a:ext>
            </a:extLst>
          </p:cNvPr>
          <p:cNvGrpSpPr/>
          <p:nvPr/>
        </p:nvGrpSpPr>
        <p:grpSpPr>
          <a:xfrm>
            <a:off x="3610627" y="3518193"/>
            <a:ext cx="308098" cy="369332"/>
            <a:chOff x="7877175" y="1094810"/>
            <a:chExt cx="308098" cy="369332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D2EA6185-9D24-35EE-F378-25372BA8966D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Textfeld 163">
              <a:extLst>
                <a:ext uri="{FF2B5EF4-FFF2-40B4-BE49-F238E27FC236}">
                  <a16:creationId xmlns:a16="http://schemas.microsoft.com/office/drawing/2014/main" id="{962F5A22-F59D-8A51-B7D0-5B0DE555DAF9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173" name="Gruppieren 172">
            <a:extLst>
              <a:ext uri="{FF2B5EF4-FFF2-40B4-BE49-F238E27FC236}">
                <a16:creationId xmlns:a16="http://schemas.microsoft.com/office/drawing/2014/main" id="{9F296EE3-053D-EDC6-F69D-A7542DC8477B}"/>
              </a:ext>
            </a:extLst>
          </p:cNvPr>
          <p:cNvGrpSpPr/>
          <p:nvPr/>
        </p:nvGrpSpPr>
        <p:grpSpPr>
          <a:xfrm>
            <a:off x="2513995" y="4282776"/>
            <a:ext cx="308098" cy="369332"/>
            <a:chOff x="7877175" y="1094810"/>
            <a:chExt cx="308098" cy="369332"/>
          </a:xfrm>
        </p:grpSpPr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E0530893-864A-07AC-E4D5-1DA3FD0467AF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Textfeld 174">
              <a:extLst>
                <a:ext uri="{FF2B5EF4-FFF2-40B4-BE49-F238E27FC236}">
                  <a16:creationId xmlns:a16="http://schemas.microsoft.com/office/drawing/2014/main" id="{3A3F5C6B-66A2-157A-95DB-4343F0551FE9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363DD560-7AB6-3A9D-4E5E-4249B1FBD5C8}"/>
              </a:ext>
            </a:extLst>
          </p:cNvPr>
          <p:cNvGrpSpPr/>
          <p:nvPr/>
        </p:nvGrpSpPr>
        <p:grpSpPr>
          <a:xfrm>
            <a:off x="3548912" y="4245636"/>
            <a:ext cx="431528" cy="369332"/>
            <a:chOff x="7821297" y="1094810"/>
            <a:chExt cx="431528" cy="369332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42BC45C3-0AA9-0934-4772-BE46D99A4803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Textfeld 177">
              <a:extLst>
                <a:ext uri="{FF2B5EF4-FFF2-40B4-BE49-F238E27FC236}">
                  <a16:creationId xmlns:a16="http://schemas.microsoft.com/office/drawing/2014/main" id="{6A87DF43-A4AD-DDD2-0A2F-6A6E8875A967}"/>
                </a:ext>
              </a:extLst>
            </p:cNvPr>
            <p:cNvSpPr txBox="1"/>
            <p:nvPr/>
          </p:nvSpPr>
          <p:spPr>
            <a:xfrm>
              <a:off x="7821297" y="109481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sp>
        <p:nvSpPr>
          <p:cNvPr id="202" name="Textfeld 201">
            <a:extLst>
              <a:ext uri="{FF2B5EF4-FFF2-40B4-BE49-F238E27FC236}">
                <a16:creationId xmlns:a16="http://schemas.microsoft.com/office/drawing/2014/main" id="{3177F76A-CD2C-5B13-C26D-AAA6E17AA866}"/>
              </a:ext>
            </a:extLst>
          </p:cNvPr>
          <p:cNvSpPr txBox="1"/>
          <p:nvPr/>
        </p:nvSpPr>
        <p:spPr>
          <a:xfrm>
            <a:off x="1006646" y="2097819"/>
            <a:ext cx="1175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L0</a:t>
            </a:r>
          </a:p>
          <a:p>
            <a:r>
              <a:rPr lang="de-DE" dirty="0">
                <a:solidFill>
                  <a:schemeClr val="accent6"/>
                </a:solidFill>
              </a:rPr>
              <a:t>Geometry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9F6AE354-11A4-71D6-4E09-BBC3734E0F0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493943" y="1989910"/>
            <a:ext cx="6544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59A41D53-4D57-862F-C5FC-F23176C12D6D}"/>
              </a:ext>
            </a:extLst>
          </p:cNvPr>
          <p:cNvSpPr/>
          <p:nvPr/>
        </p:nvSpPr>
        <p:spPr>
          <a:xfrm>
            <a:off x="6141585" y="1827538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DAA16C0-75E5-CD8B-F6A4-D70670718DE5}"/>
              </a:ext>
            </a:extLst>
          </p:cNvPr>
          <p:cNvSpPr/>
          <p:nvPr/>
        </p:nvSpPr>
        <p:spPr>
          <a:xfrm>
            <a:off x="7425202" y="1828596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4BD1C46-A001-0C67-82F3-553E46F5D3AC}"/>
              </a:ext>
            </a:extLst>
          </p:cNvPr>
          <p:cNvSpPr/>
          <p:nvPr/>
        </p:nvSpPr>
        <p:spPr>
          <a:xfrm>
            <a:off x="8708819" y="1829313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GA+Prec+Nut+Obl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56616D8-9219-5901-C6E5-D88FE257D41C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6973864" y="2012204"/>
            <a:ext cx="451338" cy="105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77CF1033-3DE9-FE16-7EE9-F2B71540D3DA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8257481" y="2013262"/>
            <a:ext cx="451338" cy="7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E1E8468A-AB4A-BD40-90EE-DA0A108029F9}"/>
              </a:ext>
            </a:extLst>
          </p:cNvPr>
          <p:cNvSpPr txBox="1"/>
          <p:nvPr/>
        </p:nvSpPr>
        <p:spPr>
          <a:xfrm>
            <a:off x="7328344" y="1096970"/>
            <a:ext cx="59503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FRAME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A00CEFE-C4EB-5F21-B2CD-7E5AE127B676}"/>
              </a:ext>
            </a:extLst>
          </p:cNvPr>
          <p:cNvCxnSpPr/>
          <p:nvPr/>
        </p:nvCxnSpPr>
        <p:spPr>
          <a:xfrm>
            <a:off x="6054711" y="1358823"/>
            <a:ext cx="34618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1808109C-9065-3C07-DB80-C4714465E18C}"/>
              </a:ext>
            </a:extLst>
          </p:cNvPr>
          <p:cNvSpPr/>
          <p:nvPr/>
        </p:nvSpPr>
        <p:spPr>
          <a:xfrm>
            <a:off x="5902449" y="2287180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accent5"/>
                </a:solidFill>
              </a:rPr>
              <a:t>Topo </a:t>
            </a:r>
            <a:r>
              <a:rPr lang="de-DE" sz="1000" dirty="0" err="1">
                <a:solidFill>
                  <a:schemeClr val="accent5"/>
                </a:solidFill>
              </a:rPr>
              <a:t>Projection</a:t>
            </a:r>
            <a:endParaRPr lang="de-DE" sz="1000" dirty="0">
              <a:solidFill>
                <a:schemeClr val="accent5"/>
              </a:solidFill>
            </a:endParaRP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677E11CA-B0A8-EEB6-2278-6A6170C9FC3F}"/>
              </a:ext>
            </a:extLst>
          </p:cNvPr>
          <p:cNvCxnSpPr>
            <a:cxnSpLocks/>
            <a:stCxn id="16" idx="2"/>
            <a:endCxn id="43" idx="1"/>
          </p:cNvCxnSpPr>
          <p:nvPr/>
        </p:nvCxnSpPr>
        <p:spPr>
          <a:xfrm rot="16200000" flipH="1">
            <a:off x="5362795" y="1932192"/>
            <a:ext cx="297270" cy="7820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3A277A91-7CBE-71F7-2343-0640B8D6F5D5}"/>
              </a:ext>
            </a:extLst>
          </p:cNvPr>
          <p:cNvCxnSpPr>
            <a:stCxn id="18" idx="3"/>
            <a:endCxn id="17" idx="0"/>
          </p:cNvCxnSpPr>
          <p:nvPr/>
        </p:nvCxnSpPr>
        <p:spPr>
          <a:xfrm>
            <a:off x="9541098" y="2013979"/>
            <a:ext cx="675033" cy="4181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BED1F91D-D2E7-B705-3540-135F7E56B374}"/>
              </a:ext>
            </a:extLst>
          </p:cNvPr>
          <p:cNvSpPr txBox="1"/>
          <p:nvPr/>
        </p:nvSpPr>
        <p:spPr>
          <a:xfrm>
            <a:off x="7574639" y="6480309"/>
            <a:ext cx="2188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(RA,DEC)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A78E1E7A-9F3C-1399-F05D-17140A0518D8}"/>
              </a:ext>
            </a:extLst>
          </p:cNvPr>
          <p:cNvSpPr txBox="1"/>
          <p:nvPr/>
        </p:nvSpPr>
        <p:spPr>
          <a:xfrm>
            <a:off x="9653423" y="6473891"/>
            <a:ext cx="2185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(AZ, ALT)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189040FD-B901-7909-138F-20ED2CE7CF9A}"/>
              </a:ext>
            </a:extLst>
          </p:cNvPr>
          <p:cNvSpPr txBox="1"/>
          <p:nvPr/>
        </p:nvSpPr>
        <p:spPr>
          <a:xfrm>
            <a:off x="8157882" y="5721307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519371A5-62BA-5D65-4B86-557913D8938D}"/>
              </a:ext>
            </a:extLst>
          </p:cNvPr>
          <p:cNvSpPr txBox="1"/>
          <p:nvPr/>
        </p:nvSpPr>
        <p:spPr>
          <a:xfrm>
            <a:off x="10346725" y="5550584"/>
            <a:ext cx="1279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QUANTITIES=AZ; ALT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49EDD109-76EC-35C6-33ED-894316F810E4}"/>
              </a:ext>
            </a:extLst>
          </p:cNvPr>
          <p:cNvCxnSpPr>
            <a:cxnSpLocks/>
          </p:cNvCxnSpPr>
          <p:nvPr/>
        </p:nvCxnSpPr>
        <p:spPr>
          <a:xfrm>
            <a:off x="4158966" y="943185"/>
            <a:ext cx="535764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6DA20C65-E881-3F2B-C42B-4BFA46510BCA}"/>
              </a:ext>
            </a:extLst>
          </p:cNvPr>
          <p:cNvSpPr txBox="1"/>
          <p:nvPr/>
        </p:nvSpPr>
        <p:spPr>
          <a:xfrm>
            <a:off x="212921" y="5559334"/>
            <a:ext cx="30687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u="sng" dirty="0"/>
              <a:t>Legend:</a:t>
            </a:r>
          </a:p>
          <a:p>
            <a:r>
              <a:rPr lang="de-DE" sz="1200" dirty="0">
                <a:solidFill>
                  <a:schemeClr val="accent6"/>
                </a:solidFill>
              </a:rPr>
              <a:t>Grün: </a:t>
            </a:r>
            <a:r>
              <a:rPr lang="de-DE" sz="1200" dirty="0" err="1">
                <a:solidFill>
                  <a:schemeClr val="accent6"/>
                </a:solidFill>
              </a:rPr>
              <a:t>Correction</a:t>
            </a:r>
            <a:r>
              <a:rPr lang="de-DE" sz="1200" dirty="0">
                <a:solidFill>
                  <a:schemeClr val="accent6"/>
                </a:solidFill>
              </a:rPr>
              <a:t> Dimension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Frame Dimension</a:t>
            </a:r>
          </a:p>
          <a:p>
            <a:r>
              <a:rPr lang="de-DE" sz="1200" dirty="0">
                <a:solidFill>
                  <a:srgbClr val="FF0000"/>
                </a:solidFill>
              </a:rPr>
              <a:t>Rot: </a:t>
            </a:r>
            <a:r>
              <a:rPr lang="de-DE" sz="1200" dirty="0" err="1">
                <a:solidFill>
                  <a:srgbClr val="FF0000"/>
                </a:solidFill>
              </a:rPr>
              <a:t>physical</a:t>
            </a:r>
            <a:r>
              <a:rPr lang="de-DE" sz="1200" dirty="0">
                <a:solidFill>
                  <a:srgbClr val="FF0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rgbClr val="FFC000"/>
                </a:solidFill>
              </a:rPr>
              <a:t>Gelb: </a:t>
            </a:r>
            <a:r>
              <a:rPr lang="de-DE" sz="1200" dirty="0" err="1">
                <a:solidFill>
                  <a:srgbClr val="FFC000"/>
                </a:solidFill>
              </a:rPr>
              <a:t>derived</a:t>
            </a:r>
            <a:r>
              <a:rPr lang="de-DE" sz="1200" dirty="0">
                <a:solidFill>
                  <a:srgbClr val="FFC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chemeClr val="accent5"/>
                </a:solidFill>
              </a:rPr>
              <a:t>Lila: UI Outputs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4C34EAAE-13FC-6939-0A17-99CD0B562BC2}"/>
              </a:ext>
            </a:extLst>
          </p:cNvPr>
          <p:cNvSpPr txBox="1"/>
          <p:nvPr/>
        </p:nvSpPr>
        <p:spPr>
          <a:xfrm>
            <a:off x="10223635" y="138729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E0443392-8ABA-3B3B-FAB9-A2DDB64E5779}"/>
              </a:ext>
            </a:extLst>
          </p:cNvPr>
          <p:cNvSpPr txBox="1"/>
          <p:nvPr/>
        </p:nvSpPr>
        <p:spPr>
          <a:xfrm>
            <a:off x="10632171" y="2396133"/>
            <a:ext cx="1279517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C704754E-2FB4-EBF4-F213-43B527310DCA}"/>
              </a:ext>
            </a:extLst>
          </p:cNvPr>
          <p:cNvSpPr txBox="1"/>
          <p:nvPr/>
        </p:nvSpPr>
        <p:spPr>
          <a:xfrm>
            <a:off x="1690447" y="181013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6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600" dirty="0">
                <a:solidFill>
                  <a:srgbClr val="FF0000"/>
                </a:solidFill>
              </a:rPr>
              <a:t>EPHEM-TYPE=VECTORS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B43803C6-9F21-FA3D-683E-C2037C65988A}"/>
              </a:ext>
            </a:extLst>
          </p:cNvPr>
          <p:cNvSpPr txBox="1"/>
          <p:nvPr/>
        </p:nvSpPr>
        <p:spPr>
          <a:xfrm>
            <a:off x="3086573" y="1811372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500@399</a:t>
            </a:r>
          </a:p>
          <a:p>
            <a:r>
              <a:rPr lang="de-DE" dirty="0"/>
              <a:t>EPHEM-TYPE=VECTORS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0A176AB9-85FC-47AD-005F-CBFD5659ABF7}"/>
              </a:ext>
            </a:extLst>
          </p:cNvPr>
          <p:cNvSpPr txBox="1"/>
          <p:nvPr/>
        </p:nvSpPr>
        <p:spPr>
          <a:xfrm>
            <a:off x="4281299" y="2268045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rgbClr val="FFC000"/>
                </a:solidFill>
              </a:rPr>
              <a:t>VECTOR_CORR=NONE</a:t>
            </a:r>
          </a:p>
          <a:p>
            <a:r>
              <a:rPr lang="de-DE" dirty="0">
                <a:solidFill>
                  <a:srgbClr val="FFC000"/>
                </a:solidFill>
              </a:rPr>
              <a:t>EPHEM-TYPE=OBSERVER</a:t>
            </a:r>
          </a:p>
          <a:p>
            <a:r>
              <a:rPr lang="de-DE" dirty="0" err="1">
                <a:solidFill>
                  <a:srgbClr val="FFC000"/>
                </a:solidFill>
              </a:rPr>
              <a:t>REF_System</a:t>
            </a:r>
            <a:r>
              <a:rPr lang="de-DE" dirty="0">
                <a:solidFill>
                  <a:srgbClr val="FFC000"/>
                </a:solidFill>
              </a:rPr>
              <a:t>=ICRF</a:t>
            </a:r>
          </a:p>
          <a:p>
            <a:r>
              <a:rPr lang="de-DE" dirty="0">
                <a:solidFill>
                  <a:srgbClr val="FFC000"/>
                </a:solidFill>
              </a:rPr>
              <a:t>REF_PLANE=FRAME</a:t>
            </a:r>
          </a:p>
          <a:p>
            <a:r>
              <a:rPr lang="de-DE" dirty="0">
                <a:solidFill>
                  <a:srgbClr val="FFC000"/>
                </a:solidFill>
              </a:rPr>
              <a:t>QUANTITIES=1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FBE6DFFB-7D08-A445-F6DA-F0553A1FBE95}"/>
              </a:ext>
            </a:extLst>
          </p:cNvPr>
          <p:cNvSpPr txBox="1"/>
          <p:nvPr/>
        </p:nvSpPr>
        <p:spPr>
          <a:xfrm>
            <a:off x="6850224" y="243030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chemeClr val="accent5"/>
                </a:solidFill>
              </a:rPr>
              <a:t>VECTOR_CORR=NONE</a:t>
            </a:r>
          </a:p>
          <a:p>
            <a:r>
              <a:rPr lang="de-DE" dirty="0">
                <a:solidFill>
                  <a:schemeClr val="accent5"/>
                </a:solidFill>
              </a:rPr>
              <a:t>EPHEM-TYPE=OBSERVER</a:t>
            </a:r>
          </a:p>
          <a:p>
            <a:r>
              <a:rPr lang="de-DE" dirty="0" err="1">
                <a:solidFill>
                  <a:schemeClr val="accent5"/>
                </a:solidFill>
              </a:rPr>
              <a:t>REF_System</a:t>
            </a:r>
            <a:r>
              <a:rPr lang="de-DE" dirty="0">
                <a:solidFill>
                  <a:schemeClr val="accent5"/>
                </a:solidFill>
              </a:rPr>
              <a:t>=ICRF</a:t>
            </a:r>
          </a:p>
          <a:p>
            <a:r>
              <a:rPr lang="de-DE" dirty="0">
                <a:solidFill>
                  <a:schemeClr val="accent5"/>
                </a:solidFill>
              </a:rPr>
              <a:t>REF_PLANE=FRAME</a:t>
            </a:r>
          </a:p>
          <a:p>
            <a:r>
              <a:rPr lang="de-DE" dirty="0">
                <a:solidFill>
                  <a:schemeClr val="accent5"/>
                </a:solidFill>
              </a:rPr>
              <a:t>QUANTITIES=AZ;ALT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AB8A538B-8DB2-221D-CBFE-31E87F99360D}"/>
              </a:ext>
            </a:extLst>
          </p:cNvPr>
          <p:cNvSpPr txBox="1"/>
          <p:nvPr/>
        </p:nvSpPr>
        <p:spPr>
          <a:xfrm>
            <a:off x="5754717" y="2628040"/>
            <a:ext cx="8947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OBSERVER+</a:t>
            </a:r>
          </a:p>
        </p:txBody>
      </p: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142B19B7-1F63-EB05-722B-8AA61B205DB5}"/>
              </a:ext>
            </a:extLst>
          </p:cNvPr>
          <p:cNvCxnSpPr>
            <a:cxnSpLocks/>
          </p:cNvCxnSpPr>
          <p:nvPr/>
        </p:nvCxnSpPr>
        <p:spPr>
          <a:xfrm flipV="1">
            <a:off x="5259565" y="580119"/>
            <a:ext cx="2505215" cy="70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feld 239">
            <a:extLst>
              <a:ext uri="{FF2B5EF4-FFF2-40B4-BE49-F238E27FC236}">
                <a16:creationId xmlns:a16="http://schemas.microsoft.com/office/drawing/2014/main" id="{F475A77E-52AB-1087-9601-2E97905F6DFB}"/>
              </a:ext>
            </a:extLst>
          </p:cNvPr>
          <p:cNvSpPr txBox="1"/>
          <p:nvPr/>
        </p:nvSpPr>
        <p:spPr>
          <a:xfrm>
            <a:off x="5420044" y="219911"/>
            <a:ext cx="24272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rgbClr val="FFC000"/>
                </a:solidFill>
              </a:rPr>
              <a:t>EPHEM-TYPE = { OBSERVER}</a:t>
            </a:r>
          </a:p>
          <a:p>
            <a:endParaRPr lang="de-DE" sz="1000" b="1" dirty="0">
              <a:solidFill>
                <a:srgbClr val="FFC000"/>
              </a:solidFill>
            </a:endParaRPr>
          </a:p>
        </p:txBody>
      </p:sp>
      <p:grpSp>
        <p:nvGrpSpPr>
          <p:cNvPr id="246" name="Gruppieren 245">
            <a:extLst>
              <a:ext uri="{FF2B5EF4-FFF2-40B4-BE49-F238E27FC236}">
                <a16:creationId xmlns:a16="http://schemas.microsoft.com/office/drawing/2014/main" id="{AB07A82E-0A4B-C78F-0AE7-CDE638927CE8}"/>
              </a:ext>
            </a:extLst>
          </p:cNvPr>
          <p:cNvGrpSpPr/>
          <p:nvPr/>
        </p:nvGrpSpPr>
        <p:grpSpPr>
          <a:xfrm>
            <a:off x="9790916" y="1644479"/>
            <a:ext cx="480147" cy="385178"/>
            <a:chOff x="6864273" y="4714937"/>
            <a:chExt cx="621045" cy="514285"/>
          </a:xfrm>
        </p:grpSpPr>
        <p:sp>
          <p:nvSpPr>
            <p:cNvPr id="244" name="Gleichschenkliges Dreieck 243">
              <a:extLst>
                <a:ext uri="{FF2B5EF4-FFF2-40B4-BE49-F238E27FC236}">
                  <a16:creationId xmlns:a16="http://schemas.microsoft.com/office/drawing/2014/main" id="{C4980D5D-DC5A-D37E-7664-DF1CA3FFE308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5" name="Textfeld 244">
              <a:extLst>
                <a:ext uri="{FF2B5EF4-FFF2-40B4-BE49-F238E27FC236}">
                  <a16:creationId xmlns:a16="http://schemas.microsoft.com/office/drawing/2014/main" id="{4F7E8BB6-A18B-D0D6-CF32-2DAA4ADEB742}"/>
                </a:ext>
              </a:extLst>
            </p:cNvPr>
            <p:cNvSpPr txBox="1"/>
            <p:nvPr/>
          </p:nvSpPr>
          <p:spPr>
            <a:xfrm>
              <a:off x="6904745" y="4835822"/>
              <a:ext cx="431528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15</a:t>
              </a:r>
            </a:p>
          </p:txBody>
        </p:sp>
      </p:grp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AC694339-C4FB-5C06-A8C3-EB0B0831CEE2}"/>
              </a:ext>
            </a:extLst>
          </p:cNvPr>
          <p:cNvGrpSpPr/>
          <p:nvPr/>
        </p:nvGrpSpPr>
        <p:grpSpPr>
          <a:xfrm>
            <a:off x="9745041" y="2800181"/>
            <a:ext cx="480147" cy="459870"/>
            <a:chOff x="6864273" y="4714937"/>
            <a:chExt cx="621045" cy="614013"/>
          </a:xfrm>
        </p:grpSpPr>
        <p:sp>
          <p:nvSpPr>
            <p:cNvPr id="248" name="Gleichschenkliges Dreieck 247">
              <a:extLst>
                <a:ext uri="{FF2B5EF4-FFF2-40B4-BE49-F238E27FC236}">
                  <a16:creationId xmlns:a16="http://schemas.microsoft.com/office/drawing/2014/main" id="{585E83AE-5865-E55E-7B58-07F8DC13A821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9" name="Textfeld 248">
              <a:extLst>
                <a:ext uri="{FF2B5EF4-FFF2-40B4-BE49-F238E27FC236}">
                  <a16:creationId xmlns:a16="http://schemas.microsoft.com/office/drawing/2014/main" id="{CB6A7729-925E-37A9-62E6-2CB1A258A848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16</a:t>
              </a:r>
            </a:p>
          </p:txBody>
        </p:sp>
      </p:grpSp>
      <p:grpSp>
        <p:nvGrpSpPr>
          <p:cNvPr id="250" name="Gruppieren 249">
            <a:extLst>
              <a:ext uri="{FF2B5EF4-FFF2-40B4-BE49-F238E27FC236}">
                <a16:creationId xmlns:a16="http://schemas.microsoft.com/office/drawing/2014/main" id="{9FE55DDA-BBBD-0BC6-52C6-A1F68AE012CF}"/>
              </a:ext>
            </a:extLst>
          </p:cNvPr>
          <p:cNvGrpSpPr/>
          <p:nvPr/>
        </p:nvGrpSpPr>
        <p:grpSpPr>
          <a:xfrm>
            <a:off x="9031851" y="5719267"/>
            <a:ext cx="480147" cy="459870"/>
            <a:chOff x="6864273" y="4714937"/>
            <a:chExt cx="621045" cy="614013"/>
          </a:xfrm>
        </p:grpSpPr>
        <p:sp>
          <p:nvSpPr>
            <p:cNvPr id="251" name="Gleichschenkliges Dreieck 250">
              <a:extLst>
                <a:ext uri="{FF2B5EF4-FFF2-40B4-BE49-F238E27FC236}">
                  <a16:creationId xmlns:a16="http://schemas.microsoft.com/office/drawing/2014/main" id="{6C4C899D-A71D-F304-6976-5DA41E6AFEB9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2" name="Textfeld 251">
              <a:extLst>
                <a:ext uri="{FF2B5EF4-FFF2-40B4-BE49-F238E27FC236}">
                  <a16:creationId xmlns:a16="http://schemas.microsoft.com/office/drawing/2014/main" id="{7F371045-5045-18F6-3D3F-8B3930FF86A1}"/>
                </a:ext>
              </a:extLst>
            </p:cNvPr>
            <p:cNvSpPr txBox="1"/>
            <p:nvPr/>
          </p:nvSpPr>
          <p:spPr>
            <a:xfrm>
              <a:off x="6904745" y="4835822"/>
              <a:ext cx="558158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253" name="Gruppieren 252">
            <a:extLst>
              <a:ext uri="{FF2B5EF4-FFF2-40B4-BE49-F238E27FC236}">
                <a16:creationId xmlns:a16="http://schemas.microsoft.com/office/drawing/2014/main" id="{E4B6C39A-51BC-47B6-1055-456ADBD61FBD}"/>
              </a:ext>
            </a:extLst>
          </p:cNvPr>
          <p:cNvGrpSpPr/>
          <p:nvPr/>
        </p:nvGrpSpPr>
        <p:grpSpPr>
          <a:xfrm>
            <a:off x="9842598" y="5678950"/>
            <a:ext cx="480147" cy="459870"/>
            <a:chOff x="6864273" y="4714937"/>
            <a:chExt cx="621045" cy="614013"/>
          </a:xfrm>
        </p:grpSpPr>
        <p:sp>
          <p:nvSpPr>
            <p:cNvPr id="254" name="Gleichschenkliges Dreieck 253">
              <a:extLst>
                <a:ext uri="{FF2B5EF4-FFF2-40B4-BE49-F238E27FC236}">
                  <a16:creationId xmlns:a16="http://schemas.microsoft.com/office/drawing/2014/main" id="{9EF23858-8296-34CF-4991-B708A02BBF86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5" name="Textfeld 254">
              <a:extLst>
                <a:ext uri="{FF2B5EF4-FFF2-40B4-BE49-F238E27FC236}">
                  <a16:creationId xmlns:a16="http://schemas.microsoft.com/office/drawing/2014/main" id="{00574F6A-70F9-688C-FF12-2041D1B480DF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14</a:t>
              </a:r>
            </a:p>
          </p:txBody>
        </p:sp>
      </p:grpSp>
      <p:grpSp>
        <p:nvGrpSpPr>
          <p:cNvPr id="256" name="Gruppieren 255">
            <a:extLst>
              <a:ext uri="{FF2B5EF4-FFF2-40B4-BE49-F238E27FC236}">
                <a16:creationId xmlns:a16="http://schemas.microsoft.com/office/drawing/2014/main" id="{E50C9681-F1E2-D7E2-2476-89D9AAFD43EC}"/>
              </a:ext>
            </a:extLst>
          </p:cNvPr>
          <p:cNvGrpSpPr/>
          <p:nvPr/>
        </p:nvGrpSpPr>
        <p:grpSpPr>
          <a:xfrm>
            <a:off x="5317160" y="2726550"/>
            <a:ext cx="490918" cy="1920042"/>
            <a:chOff x="7688005" y="1055895"/>
            <a:chExt cx="490918" cy="1920042"/>
          </a:xfrm>
        </p:grpSpPr>
        <p:sp>
          <p:nvSpPr>
            <p:cNvPr id="257" name="Ellipse 256">
              <a:extLst>
                <a:ext uri="{FF2B5EF4-FFF2-40B4-BE49-F238E27FC236}">
                  <a16:creationId xmlns:a16="http://schemas.microsoft.com/office/drawing/2014/main" id="{E30D6ADE-0209-4B07-3BE1-A0E21424B6B0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8" name="Textfeld 257">
              <a:extLst>
                <a:ext uri="{FF2B5EF4-FFF2-40B4-BE49-F238E27FC236}">
                  <a16:creationId xmlns:a16="http://schemas.microsoft.com/office/drawing/2014/main" id="{E0DB566B-29CA-E10A-1914-8A7A6CB25211}"/>
                </a:ext>
              </a:extLst>
            </p:cNvPr>
            <p:cNvSpPr txBox="1"/>
            <p:nvPr/>
          </p:nvSpPr>
          <p:spPr>
            <a:xfrm>
              <a:off x="7704711" y="1055895"/>
              <a:ext cx="30809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3</a:t>
              </a:r>
            </a:p>
          </p:txBody>
        </p:sp>
        <p:sp>
          <p:nvSpPr>
            <p:cNvPr id="259" name="Textfeld 258">
              <a:extLst>
                <a:ext uri="{FF2B5EF4-FFF2-40B4-BE49-F238E27FC236}">
                  <a16:creationId xmlns:a16="http://schemas.microsoft.com/office/drawing/2014/main" id="{719315C2-54D8-661C-B98D-04F3ADF43962}"/>
                </a:ext>
              </a:extLst>
            </p:cNvPr>
            <p:cNvSpPr txBox="1"/>
            <p:nvPr/>
          </p:nvSpPr>
          <p:spPr>
            <a:xfrm>
              <a:off x="7713578" y="1842615"/>
              <a:ext cx="30809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7</a:t>
              </a:r>
            </a:p>
          </p:txBody>
        </p:sp>
        <p:sp>
          <p:nvSpPr>
            <p:cNvPr id="260" name="Textfeld 259">
              <a:extLst>
                <a:ext uri="{FF2B5EF4-FFF2-40B4-BE49-F238E27FC236}">
                  <a16:creationId xmlns:a16="http://schemas.microsoft.com/office/drawing/2014/main" id="{1CF6F923-95E3-3B09-4202-0FD568D7893F}"/>
                </a:ext>
              </a:extLst>
            </p:cNvPr>
            <p:cNvSpPr txBox="1"/>
            <p:nvPr/>
          </p:nvSpPr>
          <p:spPr>
            <a:xfrm>
              <a:off x="7688005" y="2606605"/>
              <a:ext cx="43152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11</a:t>
              </a:r>
            </a:p>
          </p:txBody>
        </p:sp>
      </p:grpSp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CEBFE766-896C-F8F9-6335-266BE0AAF24F}"/>
              </a:ext>
            </a:extLst>
          </p:cNvPr>
          <p:cNvGrpSpPr/>
          <p:nvPr/>
        </p:nvGrpSpPr>
        <p:grpSpPr>
          <a:xfrm>
            <a:off x="6416839" y="2732706"/>
            <a:ext cx="480147" cy="402007"/>
            <a:chOff x="6864273" y="4714937"/>
            <a:chExt cx="621045" cy="536755"/>
          </a:xfrm>
        </p:grpSpPr>
        <p:sp>
          <p:nvSpPr>
            <p:cNvPr id="262" name="Gleichschenkliges Dreieck 261">
              <a:extLst>
                <a:ext uri="{FF2B5EF4-FFF2-40B4-BE49-F238E27FC236}">
                  <a16:creationId xmlns:a16="http://schemas.microsoft.com/office/drawing/2014/main" id="{0704EB28-D71F-EAF6-98B2-6C4892B02C54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B1745095-04AD-2E75-CA72-303BAEC22DEF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4</a:t>
              </a:r>
            </a:p>
          </p:txBody>
        </p:sp>
      </p:grpSp>
      <p:grpSp>
        <p:nvGrpSpPr>
          <p:cNvPr id="264" name="Gruppieren 263">
            <a:extLst>
              <a:ext uri="{FF2B5EF4-FFF2-40B4-BE49-F238E27FC236}">
                <a16:creationId xmlns:a16="http://schemas.microsoft.com/office/drawing/2014/main" id="{4A4758B4-D550-F481-4F4E-49D3B68E3C4E}"/>
              </a:ext>
            </a:extLst>
          </p:cNvPr>
          <p:cNvGrpSpPr/>
          <p:nvPr/>
        </p:nvGrpSpPr>
        <p:grpSpPr>
          <a:xfrm>
            <a:off x="6401520" y="3499316"/>
            <a:ext cx="480147" cy="402007"/>
            <a:chOff x="6864273" y="4714937"/>
            <a:chExt cx="621045" cy="536755"/>
          </a:xfrm>
        </p:grpSpPr>
        <p:sp>
          <p:nvSpPr>
            <p:cNvPr id="265" name="Gleichschenkliges Dreieck 264">
              <a:extLst>
                <a:ext uri="{FF2B5EF4-FFF2-40B4-BE49-F238E27FC236}">
                  <a16:creationId xmlns:a16="http://schemas.microsoft.com/office/drawing/2014/main" id="{71E9BACA-3922-404C-F7B6-379BFD64DB5B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6" name="Textfeld 265">
              <a:extLst>
                <a:ext uri="{FF2B5EF4-FFF2-40B4-BE49-F238E27FC236}">
                  <a16:creationId xmlns:a16="http://schemas.microsoft.com/office/drawing/2014/main" id="{08F59220-E4BB-1D7D-3FF4-45F6D1408C61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8</a:t>
              </a:r>
            </a:p>
          </p:txBody>
        </p:sp>
      </p:grpSp>
      <p:grpSp>
        <p:nvGrpSpPr>
          <p:cNvPr id="267" name="Gruppieren 266">
            <a:extLst>
              <a:ext uri="{FF2B5EF4-FFF2-40B4-BE49-F238E27FC236}">
                <a16:creationId xmlns:a16="http://schemas.microsoft.com/office/drawing/2014/main" id="{3E703DB1-103A-46FA-FB5E-84C000D2EFB6}"/>
              </a:ext>
            </a:extLst>
          </p:cNvPr>
          <p:cNvGrpSpPr/>
          <p:nvPr/>
        </p:nvGrpSpPr>
        <p:grpSpPr>
          <a:xfrm>
            <a:off x="6413538" y="4302000"/>
            <a:ext cx="480147" cy="476527"/>
            <a:chOff x="6864273" y="4714937"/>
            <a:chExt cx="621045" cy="636253"/>
          </a:xfrm>
        </p:grpSpPr>
        <p:sp>
          <p:nvSpPr>
            <p:cNvPr id="268" name="Gleichschenkliges Dreieck 267">
              <a:extLst>
                <a:ext uri="{FF2B5EF4-FFF2-40B4-BE49-F238E27FC236}">
                  <a16:creationId xmlns:a16="http://schemas.microsoft.com/office/drawing/2014/main" id="{582D057C-33BA-AE30-8647-10EF33718AE8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04CC320E-83B4-A724-2BB1-5A4C2EE2AEF0}"/>
                </a:ext>
              </a:extLst>
            </p:cNvPr>
            <p:cNvSpPr txBox="1"/>
            <p:nvPr/>
          </p:nvSpPr>
          <p:spPr>
            <a:xfrm>
              <a:off x="6885465" y="485806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12</a:t>
              </a:r>
            </a:p>
          </p:txBody>
        </p:sp>
      </p:grpSp>
      <p:sp>
        <p:nvSpPr>
          <p:cNvPr id="270" name="Textfeld 269">
            <a:extLst>
              <a:ext uri="{FF2B5EF4-FFF2-40B4-BE49-F238E27FC236}">
                <a16:creationId xmlns:a16="http://schemas.microsoft.com/office/drawing/2014/main" id="{CC72F3D9-B6A6-83FC-171F-E1934C4C1C0B}"/>
              </a:ext>
            </a:extLst>
          </p:cNvPr>
          <p:cNvSpPr txBox="1"/>
          <p:nvPr/>
        </p:nvSpPr>
        <p:spPr>
          <a:xfrm>
            <a:off x="7866794" y="211807"/>
            <a:ext cx="26484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chemeClr val="accent5"/>
                </a:solidFill>
              </a:rPr>
              <a:t>EPHEM-TYPE = { OBSERVER} + QUANTITIES</a:t>
            </a:r>
          </a:p>
          <a:p>
            <a:endParaRPr lang="de-DE" sz="1000" b="1" dirty="0">
              <a:solidFill>
                <a:schemeClr val="accent5"/>
              </a:solidFill>
            </a:endParaRP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DB4D78CA-C4A8-93CD-595D-C880BC17611E}"/>
              </a:ext>
            </a:extLst>
          </p:cNvPr>
          <p:cNvCxnSpPr>
            <a:cxnSpLocks/>
          </p:cNvCxnSpPr>
          <p:nvPr/>
        </p:nvCxnSpPr>
        <p:spPr>
          <a:xfrm>
            <a:off x="7764780" y="591804"/>
            <a:ext cx="2867490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07B1B1D9-09C1-4E0E-CC9D-9DA755235052}"/>
              </a:ext>
            </a:extLst>
          </p:cNvPr>
          <p:cNvCxnSpPr>
            <a:cxnSpLocks/>
          </p:cNvCxnSpPr>
          <p:nvPr/>
        </p:nvCxnSpPr>
        <p:spPr>
          <a:xfrm>
            <a:off x="267486" y="5562361"/>
            <a:ext cx="562928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echteck 279">
            <a:extLst>
              <a:ext uri="{FF2B5EF4-FFF2-40B4-BE49-F238E27FC236}">
                <a16:creationId xmlns:a16="http://schemas.microsoft.com/office/drawing/2014/main" id="{5765EEAF-16E4-B7EB-EB8B-8F1B4B8C1102}"/>
              </a:ext>
            </a:extLst>
          </p:cNvPr>
          <p:cNvSpPr/>
          <p:nvPr/>
        </p:nvSpPr>
        <p:spPr>
          <a:xfrm>
            <a:off x="1933133" y="5078699"/>
            <a:ext cx="92036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Not Horizons;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Later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Relativity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Parallax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Refraction</a:t>
            </a:r>
            <a:endParaRPr lang="de-DE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7" name="Textfeld 286">
            <a:extLst>
              <a:ext uri="{FF2B5EF4-FFF2-40B4-BE49-F238E27FC236}">
                <a16:creationId xmlns:a16="http://schemas.microsoft.com/office/drawing/2014/main" id="{BDF9F6FD-5CEB-8E85-21AC-46560F1BA755}"/>
              </a:ext>
            </a:extLst>
          </p:cNvPr>
          <p:cNvSpPr txBox="1"/>
          <p:nvPr/>
        </p:nvSpPr>
        <p:spPr>
          <a:xfrm>
            <a:off x="3598850" y="5668639"/>
            <a:ext cx="184537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Boxes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Astronometria</a:t>
            </a:r>
            <a:r>
              <a:rPr lang="de-DE" sz="1200" dirty="0"/>
              <a:t> </a:t>
            </a:r>
          </a:p>
          <a:p>
            <a:r>
              <a:rPr lang="de-DE" sz="1200" dirty="0" err="1"/>
              <a:t>Algo</a:t>
            </a:r>
            <a:r>
              <a:rPr lang="de-DE" sz="1200" dirty="0"/>
              <a:t> </a:t>
            </a:r>
            <a:r>
              <a:rPr lang="de-DE" sz="1200" dirty="0" err="1"/>
              <a:t>parts</a:t>
            </a:r>
            <a:endParaRPr lang="de-DE" sz="1200" dirty="0"/>
          </a:p>
        </p:txBody>
      </p:sp>
      <p:sp>
        <p:nvSpPr>
          <p:cNvPr id="288" name="Textfeld 287">
            <a:extLst>
              <a:ext uri="{FF2B5EF4-FFF2-40B4-BE49-F238E27FC236}">
                <a16:creationId xmlns:a16="http://schemas.microsoft.com/office/drawing/2014/main" id="{E02FD4DE-51DD-E936-A7A2-10C8901F5167}"/>
              </a:ext>
            </a:extLst>
          </p:cNvPr>
          <p:cNvSpPr txBox="1"/>
          <p:nvPr/>
        </p:nvSpPr>
        <p:spPr>
          <a:xfrm>
            <a:off x="3595789" y="6243059"/>
            <a:ext cx="21808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Numbers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any</a:t>
            </a:r>
            <a:r>
              <a:rPr lang="de-DE" sz="1200" dirty="0"/>
              <a:t> </a:t>
            </a:r>
            <a:r>
              <a:rPr lang="de-DE" sz="1200" dirty="0" err="1"/>
              <a:t>kind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</a:p>
          <a:p>
            <a:r>
              <a:rPr lang="de-DE" sz="1200" dirty="0"/>
              <a:t>Horizons Measurement Points</a:t>
            </a:r>
          </a:p>
        </p:txBody>
      </p:sp>
      <p:sp>
        <p:nvSpPr>
          <p:cNvPr id="290" name="Rechteck 289">
            <a:extLst>
              <a:ext uri="{FF2B5EF4-FFF2-40B4-BE49-F238E27FC236}">
                <a16:creationId xmlns:a16="http://schemas.microsoft.com/office/drawing/2014/main" id="{73EA05C8-AD81-8DFB-79FE-E0CCD1634CC8}"/>
              </a:ext>
            </a:extLst>
          </p:cNvPr>
          <p:cNvSpPr/>
          <p:nvPr/>
        </p:nvSpPr>
        <p:spPr>
          <a:xfrm>
            <a:off x="6114098" y="6275305"/>
            <a:ext cx="198587" cy="1985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1" name="Gleichschenkliges Dreieck 290">
            <a:extLst>
              <a:ext uri="{FF2B5EF4-FFF2-40B4-BE49-F238E27FC236}">
                <a16:creationId xmlns:a16="http://schemas.microsoft.com/office/drawing/2014/main" id="{36B183F7-2ADA-FACD-F838-5DB184138E6E}"/>
              </a:ext>
            </a:extLst>
          </p:cNvPr>
          <p:cNvSpPr/>
          <p:nvPr/>
        </p:nvSpPr>
        <p:spPr>
          <a:xfrm>
            <a:off x="6448425" y="629327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92" name="Gruppieren 291">
            <a:extLst>
              <a:ext uri="{FF2B5EF4-FFF2-40B4-BE49-F238E27FC236}">
                <a16:creationId xmlns:a16="http://schemas.microsoft.com/office/drawing/2014/main" id="{6052A477-98CA-0D78-B00F-A0AF96FCAAC8}"/>
              </a:ext>
            </a:extLst>
          </p:cNvPr>
          <p:cNvGrpSpPr/>
          <p:nvPr/>
        </p:nvGrpSpPr>
        <p:grpSpPr>
          <a:xfrm>
            <a:off x="5762467" y="6249683"/>
            <a:ext cx="219233" cy="276995"/>
            <a:chOff x="7877175" y="1094810"/>
            <a:chExt cx="301748" cy="369332"/>
          </a:xfrm>
        </p:grpSpPr>
        <p:sp>
          <p:nvSpPr>
            <p:cNvPr id="293" name="Ellipse 292">
              <a:extLst>
                <a:ext uri="{FF2B5EF4-FFF2-40B4-BE49-F238E27FC236}">
                  <a16:creationId xmlns:a16="http://schemas.microsoft.com/office/drawing/2014/main" id="{745656D7-1883-265D-C996-959355F8A7EF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Textfeld 293">
              <a:extLst>
                <a:ext uri="{FF2B5EF4-FFF2-40B4-BE49-F238E27FC236}">
                  <a16:creationId xmlns:a16="http://schemas.microsoft.com/office/drawing/2014/main" id="{37D0770B-3D53-F669-E85C-BA79A203FF8F}"/>
                </a:ext>
              </a:extLst>
            </p:cNvPr>
            <p:cNvSpPr txBox="1"/>
            <p:nvPr/>
          </p:nvSpPr>
          <p:spPr>
            <a:xfrm>
              <a:off x="7877175" y="109481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de-DE" dirty="0">
                <a:solidFill>
                  <a:srgbClr val="FF0000"/>
                </a:solidFill>
              </a:endParaRPr>
            </a:p>
          </p:txBody>
        </p:sp>
      </p:grpSp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375D1EB9-62B8-D4B5-763E-BE73C83CA552}"/>
              </a:ext>
            </a:extLst>
          </p:cNvPr>
          <p:cNvSpPr/>
          <p:nvPr/>
        </p:nvSpPr>
        <p:spPr>
          <a:xfrm>
            <a:off x="9653423" y="1034154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6" name="Textfeld 295">
            <a:extLst>
              <a:ext uri="{FF2B5EF4-FFF2-40B4-BE49-F238E27FC236}">
                <a16:creationId xmlns:a16="http://schemas.microsoft.com/office/drawing/2014/main" id="{B4DB4A5E-2B0C-D664-9818-2ED1666A4034}"/>
              </a:ext>
            </a:extLst>
          </p:cNvPr>
          <p:cNvSpPr txBox="1"/>
          <p:nvPr/>
        </p:nvSpPr>
        <p:spPr>
          <a:xfrm rot="18888506">
            <a:off x="255446" y="505518"/>
            <a:ext cx="132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highlight>
                  <a:srgbClr val="FFFF00"/>
                </a:highlight>
              </a:rPr>
              <a:t>FREEZE</a:t>
            </a:r>
          </a:p>
          <a:p>
            <a:pPr algn="ctr"/>
            <a:r>
              <a:rPr lang="de-DE" dirty="0">
                <a:highlight>
                  <a:srgbClr val="FFFF00"/>
                </a:highlight>
              </a:rPr>
              <a:t>2026-03-27</a:t>
            </a:r>
          </a:p>
        </p:txBody>
      </p:sp>
    </p:spTree>
    <p:extLst>
      <p:ext uri="{BB962C8B-B14F-4D97-AF65-F5344CB8AC3E}">
        <p14:creationId xmlns:p14="http://schemas.microsoft.com/office/powerpoint/2010/main" val="287334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DB77E3-C81E-ADCD-EC58-18FB79FE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Backup / Herleitung</a:t>
            </a:r>
          </a:p>
        </p:txBody>
      </p:sp>
    </p:spTree>
    <p:extLst>
      <p:ext uri="{BB962C8B-B14F-4D97-AF65-F5344CB8AC3E}">
        <p14:creationId xmlns:p14="http://schemas.microsoft.com/office/powerpoint/2010/main" val="2746591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E1AA-389F-A4D5-394E-D56DC064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hteck 306">
            <a:extLst>
              <a:ext uri="{FF2B5EF4-FFF2-40B4-BE49-F238E27FC236}">
                <a16:creationId xmlns:a16="http://schemas.microsoft.com/office/drawing/2014/main" id="{A79B3C29-3EED-00A1-BD0F-556DA5B18D51}"/>
              </a:ext>
            </a:extLst>
          </p:cNvPr>
          <p:cNvSpPr/>
          <p:nvPr/>
        </p:nvSpPr>
        <p:spPr>
          <a:xfrm>
            <a:off x="920051" y="713344"/>
            <a:ext cx="10216711" cy="2037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947892F2-D478-D612-FB12-674F2AD2D47D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9098211" y="2198645"/>
            <a:ext cx="26748" cy="4249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03754CA6-1231-B1F1-9963-28F1C716AC0D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6275982" y="2287180"/>
            <a:ext cx="0" cy="27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B75DD594-B2B0-638B-9933-8C57D573E08A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0216131" y="2801488"/>
            <a:ext cx="0" cy="364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49F320D2-33F9-7C6E-27E8-2D6847764D58}"/>
              </a:ext>
            </a:extLst>
          </p:cNvPr>
          <p:cNvSpPr/>
          <p:nvPr/>
        </p:nvSpPr>
        <p:spPr>
          <a:xfrm>
            <a:off x="2435736" y="78289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VSOP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CDC0E86-0632-0ECF-5C57-2A581C7E3193}"/>
              </a:ext>
            </a:extLst>
          </p:cNvPr>
          <p:cNvCxnSpPr>
            <a:cxnSpLocks/>
          </p:cNvCxnSpPr>
          <p:nvPr/>
        </p:nvCxnSpPr>
        <p:spPr>
          <a:xfrm>
            <a:off x="25052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4C5B955-95F2-3E15-F900-A0128D20C522}"/>
              </a:ext>
            </a:extLst>
          </p:cNvPr>
          <p:cNvCxnSpPr>
            <a:cxnSpLocks/>
          </p:cNvCxnSpPr>
          <p:nvPr/>
        </p:nvCxnSpPr>
        <p:spPr>
          <a:xfrm>
            <a:off x="28100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CBFF2162-0ECF-3B4D-5F25-85604195549B}"/>
              </a:ext>
            </a:extLst>
          </p:cNvPr>
          <p:cNvCxnSpPr>
            <a:cxnSpLocks/>
          </p:cNvCxnSpPr>
          <p:nvPr/>
        </p:nvCxnSpPr>
        <p:spPr>
          <a:xfrm>
            <a:off x="31148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355FD9C-1DC8-CA23-683E-5B1B471E8CFC}"/>
              </a:ext>
            </a:extLst>
          </p:cNvPr>
          <p:cNvSpPr txBox="1"/>
          <p:nvPr/>
        </p:nvSpPr>
        <p:spPr>
          <a:xfrm>
            <a:off x="2335993" y="21991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TX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7B64488-F839-12F7-16C5-D16C4E653121}"/>
              </a:ext>
            </a:extLst>
          </p:cNvPr>
          <p:cNvSpPr txBox="1"/>
          <p:nvPr/>
        </p:nvSpPr>
        <p:spPr>
          <a:xfrm>
            <a:off x="2640793" y="219911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74BB890-2405-29BB-16AE-D4BA556AD10C}"/>
              </a:ext>
            </a:extLst>
          </p:cNvPr>
          <p:cNvSpPr txBox="1"/>
          <p:nvPr/>
        </p:nvSpPr>
        <p:spPr>
          <a:xfrm>
            <a:off x="2945593" y="219911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64CA6C5-7278-5A39-F6B5-872095740A4C}"/>
              </a:ext>
            </a:extLst>
          </p:cNvPr>
          <p:cNvSpPr/>
          <p:nvPr/>
        </p:nvSpPr>
        <p:spPr>
          <a:xfrm>
            <a:off x="3591307" y="13099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HE2GE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B5EA9F8-F5CD-B096-055E-C9B73979C17B}"/>
              </a:ext>
            </a:extLst>
          </p:cNvPr>
          <p:cNvSpPr/>
          <p:nvPr/>
        </p:nvSpPr>
        <p:spPr>
          <a:xfrm>
            <a:off x="4746878" y="18052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GE2GA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5EA27D9-3711-DDFA-E0F1-CB1255F7AC9C}"/>
              </a:ext>
            </a:extLst>
          </p:cNvPr>
          <p:cNvSpPr/>
          <p:nvPr/>
        </p:nvSpPr>
        <p:spPr>
          <a:xfrm>
            <a:off x="9842598" y="2432156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Topo </a:t>
            </a:r>
            <a:r>
              <a:rPr lang="de-DE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Projection</a:t>
            </a:r>
            <a:endParaRPr lang="de-DE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716BD21A-3B5B-849F-8092-7F9E549FDDA4}"/>
              </a:ext>
            </a:extLst>
          </p:cNvPr>
          <p:cNvCxnSpPr>
            <a:stCxn id="5" idx="3"/>
            <a:endCxn id="15" idx="0"/>
          </p:cNvCxnSpPr>
          <p:nvPr/>
        </p:nvCxnSpPr>
        <p:spPr>
          <a:xfrm>
            <a:off x="3182801" y="967560"/>
            <a:ext cx="782039" cy="342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6BBFCF9C-FD08-6DC6-04B1-A5BD40ED9D95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4338372" y="1494610"/>
            <a:ext cx="782039" cy="310634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972B42C2-D1FA-A024-F8D9-20026906957A}"/>
              </a:ext>
            </a:extLst>
          </p:cNvPr>
          <p:cNvSpPr txBox="1"/>
          <p:nvPr/>
        </p:nvSpPr>
        <p:spPr>
          <a:xfrm>
            <a:off x="3257887" y="975529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5FB4D52-80C6-52DD-27DB-06D428EF9C4F}"/>
              </a:ext>
            </a:extLst>
          </p:cNvPr>
          <p:cNvSpPr txBox="1"/>
          <p:nvPr/>
        </p:nvSpPr>
        <p:spPr>
          <a:xfrm>
            <a:off x="4353437" y="1475353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5725D841-C6A4-9F4B-35D5-5475F6946E5E}"/>
              </a:ext>
            </a:extLst>
          </p:cNvPr>
          <p:cNvSpPr txBox="1"/>
          <p:nvPr/>
        </p:nvSpPr>
        <p:spPr>
          <a:xfrm>
            <a:off x="5417314" y="2049418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D2D28500-8975-316E-6B44-E8C69027BA62}"/>
              </a:ext>
            </a:extLst>
          </p:cNvPr>
          <p:cNvSpPr txBox="1"/>
          <p:nvPr/>
        </p:nvSpPr>
        <p:spPr>
          <a:xfrm>
            <a:off x="5690852" y="2918566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(AZ, ALT)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TP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988C728-78A7-E571-C808-AE6F69294027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964840" y="1679276"/>
            <a:ext cx="0" cy="3378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D469870D-A9A0-FCF1-8740-A8B02D66A39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09269" y="1152226"/>
            <a:ext cx="0" cy="390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4564490F-8395-F4AF-C581-67C4607DEB3F}"/>
              </a:ext>
            </a:extLst>
          </p:cNvPr>
          <p:cNvSpPr txBox="1"/>
          <p:nvPr/>
        </p:nvSpPr>
        <p:spPr>
          <a:xfrm>
            <a:off x="2126069" y="2840084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D675D84C-6DCE-11DD-D855-DCD5C8AD71CC}"/>
              </a:ext>
            </a:extLst>
          </p:cNvPr>
          <p:cNvSpPr txBox="1"/>
          <p:nvPr/>
        </p:nvSpPr>
        <p:spPr>
          <a:xfrm>
            <a:off x="3238633" y="2840085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FE8CAC12-1615-4477-E014-645B1A5A0B13}"/>
              </a:ext>
            </a:extLst>
          </p:cNvPr>
          <p:cNvSpPr txBox="1"/>
          <p:nvPr/>
        </p:nvSpPr>
        <p:spPr>
          <a:xfrm>
            <a:off x="4110439" y="2943852"/>
            <a:ext cx="1391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Spherical</a:t>
            </a:r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EA76767B-30F9-4ACF-DB59-937A39702EC7}"/>
              </a:ext>
            </a:extLst>
          </p:cNvPr>
          <p:cNvCxnSpPr>
            <a:cxnSpLocks/>
          </p:cNvCxnSpPr>
          <p:nvPr/>
        </p:nvCxnSpPr>
        <p:spPr>
          <a:xfrm>
            <a:off x="920051" y="2832899"/>
            <a:ext cx="10919359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72394E18-62AE-BF3D-8EE2-63D16EEF8249}"/>
              </a:ext>
            </a:extLst>
          </p:cNvPr>
          <p:cNvCxnSpPr>
            <a:cxnSpLocks/>
          </p:cNvCxnSpPr>
          <p:nvPr/>
        </p:nvCxnSpPr>
        <p:spPr>
          <a:xfrm>
            <a:off x="1024648" y="3671099"/>
            <a:ext cx="10112114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15569D1F-4DF0-FE57-352D-A7B20229C96C}"/>
              </a:ext>
            </a:extLst>
          </p:cNvPr>
          <p:cNvCxnSpPr>
            <a:cxnSpLocks/>
          </p:cNvCxnSpPr>
          <p:nvPr/>
        </p:nvCxnSpPr>
        <p:spPr>
          <a:xfrm>
            <a:off x="1024648" y="4404524"/>
            <a:ext cx="10462502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4D86D6B3-D7FA-3C36-41BC-D66F10BE0A10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120411" y="2174576"/>
            <a:ext cx="0" cy="2883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AE84A36B-93CD-1C88-DA88-9830FB5D4E27}"/>
              </a:ext>
            </a:extLst>
          </p:cNvPr>
          <p:cNvSpPr/>
          <p:nvPr/>
        </p:nvSpPr>
        <p:spPr>
          <a:xfrm>
            <a:off x="1978685" y="3142779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LightTime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CDD8EFB6-A4CF-477B-A92B-5EA08F065DAB}"/>
              </a:ext>
            </a:extLst>
          </p:cNvPr>
          <p:cNvSpPr/>
          <p:nvPr/>
        </p:nvSpPr>
        <p:spPr>
          <a:xfrm>
            <a:off x="1950883" y="3867801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Aberration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A69D23C9-3A44-D19F-1657-9CE4BC526FA3}"/>
              </a:ext>
            </a:extLst>
          </p:cNvPr>
          <p:cNvSpPr txBox="1"/>
          <p:nvPr/>
        </p:nvSpPr>
        <p:spPr>
          <a:xfrm>
            <a:off x="1038814" y="306415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L1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187C40CE-490F-660B-FF7C-DC1E22B8F316}"/>
              </a:ext>
            </a:extLst>
          </p:cNvPr>
          <p:cNvSpPr txBox="1"/>
          <p:nvPr/>
        </p:nvSpPr>
        <p:spPr>
          <a:xfrm>
            <a:off x="1054461" y="383202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L2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D219313E-88E8-4EDD-B715-7E750BF91896}"/>
              </a:ext>
            </a:extLst>
          </p:cNvPr>
          <p:cNvSpPr txBox="1"/>
          <p:nvPr/>
        </p:nvSpPr>
        <p:spPr>
          <a:xfrm>
            <a:off x="2374195" y="2186514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08B22517-DA16-99B8-D80B-14F6960909B5}"/>
              </a:ext>
            </a:extLst>
          </p:cNvPr>
          <p:cNvSpPr txBox="1"/>
          <p:nvPr/>
        </p:nvSpPr>
        <p:spPr>
          <a:xfrm>
            <a:off x="3569965" y="2196870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E09CEB2E-4DC1-315F-EBB8-886D0A4DB288}"/>
              </a:ext>
            </a:extLst>
          </p:cNvPr>
          <p:cNvSpPr txBox="1"/>
          <p:nvPr/>
        </p:nvSpPr>
        <p:spPr>
          <a:xfrm>
            <a:off x="4288515" y="279193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OBSERVER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EDFDCD95-0082-2467-DB18-B03FBF586280}"/>
              </a:ext>
            </a:extLst>
          </p:cNvPr>
          <p:cNvSpPr txBox="1"/>
          <p:nvPr/>
        </p:nvSpPr>
        <p:spPr>
          <a:xfrm>
            <a:off x="3311311" y="219911"/>
            <a:ext cx="2258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PHYS. MEASUREMENT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EPHEM-TYPE = { VECTORS}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INSTRUMENT DIMENSION</a:t>
            </a: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E07FD7E2-778B-D933-C97E-80D45549B688}"/>
              </a:ext>
            </a:extLst>
          </p:cNvPr>
          <p:cNvCxnSpPr>
            <a:cxnSpLocks/>
          </p:cNvCxnSpPr>
          <p:nvPr/>
        </p:nvCxnSpPr>
        <p:spPr>
          <a:xfrm>
            <a:off x="3420931" y="582069"/>
            <a:ext cx="17366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423A0D1E-1351-5220-6691-E4BC1100D6F1}"/>
              </a:ext>
            </a:extLst>
          </p:cNvPr>
          <p:cNvSpPr txBox="1"/>
          <p:nvPr/>
        </p:nvSpPr>
        <p:spPr>
          <a:xfrm rot="16200000">
            <a:off x="-579776" y="2956433"/>
            <a:ext cx="21980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CORRECTION DIMENTION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= { NONE, LT, LT+S}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LEVEL DIMENSION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8ADA7C2F-618A-D4E7-C72B-94014C520D5B}"/>
              </a:ext>
            </a:extLst>
          </p:cNvPr>
          <p:cNvCxnSpPr>
            <a:cxnSpLocks/>
          </p:cNvCxnSpPr>
          <p:nvPr/>
        </p:nvCxnSpPr>
        <p:spPr>
          <a:xfrm>
            <a:off x="676278" y="2219281"/>
            <a:ext cx="0" cy="2838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66422471-A891-51A3-816E-1A2992265E4A}"/>
              </a:ext>
            </a:extLst>
          </p:cNvPr>
          <p:cNvGrpSpPr/>
          <p:nvPr/>
        </p:nvGrpSpPr>
        <p:grpSpPr>
          <a:xfrm>
            <a:off x="2555765" y="2392265"/>
            <a:ext cx="308098" cy="369332"/>
            <a:chOff x="7877175" y="1086127"/>
            <a:chExt cx="308098" cy="369332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22B293A9-BCCE-EE52-4235-22EF0F81A09E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C92AF6F4-FF7E-8B15-C7F7-7A439ABECE3E}"/>
                </a:ext>
              </a:extLst>
            </p:cNvPr>
            <p:cNvSpPr txBox="1"/>
            <p:nvPr/>
          </p:nvSpPr>
          <p:spPr>
            <a:xfrm>
              <a:off x="7877175" y="108612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46F3F86B-A0AD-6B45-75E1-EBDDA38032E4}"/>
              </a:ext>
            </a:extLst>
          </p:cNvPr>
          <p:cNvGrpSpPr/>
          <p:nvPr/>
        </p:nvGrpSpPr>
        <p:grpSpPr>
          <a:xfrm>
            <a:off x="3648928" y="2401200"/>
            <a:ext cx="308098" cy="369332"/>
            <a:chOff x="7877175" y="1094810"/>
            <a:chExt cx="308098" cy="369332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7E604EA4-AD04-81D4-E938-DF3DA4792F0F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A6FE4116-6912-01F5-C8DC-480BE7B5FDF8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C29AB6F9-0358-CCDD-7276-86F58137AA1A}"/>
              </a:ext>
            </a:extLst>
          </p:cNvPr>
          <p:cNvGrpSpPr/>
          <p:nvPr/>
        </p:nvGrpSpPr>
        <p:grpSpPr>
          <a:xfrm>
            <a:off x="2510816" y="3547274"/>
            <a:ext cx="308098" cy="369332"/>
            <a:chOff x="7877175" y="1094810"/>
            <a:chExt cx="308098" cy="369332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88E24AB3-7667-3ED1-5076-B62D43FDE986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7E68E64A-51A1-BA98-A102-07D7FD2FBD00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E785BFA5-26E9-DBEC-6DEA-9F6650AB9F47}"/>
              </a:ext>
            </a:extLst>
          </p:cNvPr>
          <p:cNvGrpSpPr/>
          <p:nvPr/>
        </p:nvGrpSpPr>
        <p:grpSpPr>
          <a:xfrm>
            <a:off x="3610627" y="3518193"/>
            <a:ext cx="308098" cy="369332"/>
            <a:chOff x="7877175" y="1094810"/>
            <a:chExt cx="308098" cy="369332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E447B69D-186B-B783-AC22-9F96583A9CBC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Textfeld 163">
              <a:extLst>
                <a:ext uri="{FF2B5EF4-FFF2-40B4-BE49-F238E27FC236}">
                  <a16:creationId xmlns:a16="http://schemas.microsoft.com/office/drawing/2014/main" id="{83B67D04-84F1-DEA5-C77E-B78D66EF31ED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173" name="Gruppieren 172">
            <a:extLst>
              <a:ext uri="{FF2B5EF4-FFF2-40B4-BE49-F238E27FC236}">
                <a16:creationId xmlns:a16="http://schemas.microsoft.com/office/drawing/2014/main" id="{0D4914A7-E02F-EC97-E259-D1EC906B43EC}"/>
              </a:ext>
            </a:extLst>
          </p:cNvPr>
          <p:cNvGrpSpPr/>
          <p:nvPr/>
        </p:nvGrpSpPr>
        <p:grpSpPr>
          <a:xfrm>
            <a:off x="2513995" y="4282776"/>
            <a:ext cx="308098" cy="369332"/>
            <a:chOff x="7877175" y="1094810"/>
            <a:chExt cx="308098" cy="369332"/>
          </a:xfrm>
        </p:grpSpPr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B670C9BD-93B3-1E4F-9747-FEC3F29F3477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Textfeld 174">
              <a:extLst>
                <a:ext uri="{FF2B5EF4-FFF2-40B4-BE49-F238E27FC236}">
                  <a16:creationId xmlns:a16="http://schemas.microsoft.com/office/drawing/2014/main" id="{5583E1A9-6E02-501E-941F-27D33D937C2C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80D7A89D-703B-6F1F-5590-3659E517B0FB}"/>
              </a:ext>
            </a:extLst>
          </p:cNvPr>
          <p:cNvGrpSpPr/>
          <p:nvPr/>
        </p:nvGrpSpPr>
        <p:grpSpPr>
          <a:xfrm>
            <a:off x="3548912" y="4245636"/>
            <a:ext cx="431528" cy="369332"/>
            <a:chOff x="7821297" y="1094810"/>
            <a:chExt cx="431528" cy="369332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00693A4C-C5FC-068D-6ED4-1CDE3D149610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Textfeld 177">
              <a:extLst>
                <a:ext uri="{FF2B5EF4-FFF2-40B4-BE49-F238E27FC236}">
                  <a16:creationId xmlns:a16="http://schemas.microsoft.com/office/drawing/2014/main" id="{C1E7F4EC-B27E-CD54-CFEF-E75001FDFB0D}"/>
                </a:ext>
              </a:extLst>
            </p:cNvPr>
            <p:cNvSpPr txBox="1"/>
            <p:nvPr/>
          </p:nvSpPr>
          <p:spPr>
            <a:xfrm>
              <a:off x="7821297" y="109481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sp>
        <p:nvSpPr>
          <p:cNvPr id="202" name="Textfeld 201">
            <a:extLst>
              <a:ext uri="{FF2B5EF4-FFF2-40B4-BE49-F238E27FC236}">
                <a16:creationId xmlns:a16="http://schemas.microsoft.com/office/drawing/2014/main" id="{CBD1A22D-0AAE-8887-B6A1-C939C000DF95}"/>
              </a:ext>
            </a:extLst>
          </p:cNvPr>
          <p:cNvSpPr txBox="1"/>
          <p:nvPr/>
        </p:nvSpPr>
        <p:spPr>
          <a:xfrm>
            <a:off x="1006646" y="2097819"/>
            <a:ext cx="1175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L0</a:t>
            </a:r>
          </a:p>
          <a:p>
            <a:r>
              <a:rPr lang="de-DE" dirty="0">
                <a:solidFill>
                  <a:schemeClr val="accent6"/>
                </a:solidFill>
              </a:rPr>
              <a:t>Geometry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8E773E9-186F-4E22-4B6B-45914B792883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493943" y="1989910"/>
            <a:ext cx="6544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CA4CD81E-839F-C925-2D7F-48FD0AFF52E7}"/>
              </a:ext>
            </a:extLst>
          </p:cNvPr>
          <p:cNvSpPr/>
          <p:nvPr/>
        </p:nvSpPr>
        <p:spPr>
          <a:xfrm>
            <a:off x="6141585" y="1827538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20288BF-D234-47EF-9FB4-E5030ACC2A9A}"/>
              </a:ext>
            </a:extLst>
          </p:cNvPr>
          <p:cNvSpPr/>
          <p:nvPr/>
        </p:nvSpPr>
        <p:spPr>
          <a:xfrm>
            <a:off x="7425202" y="1828596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AAD2962-FC61-96A3-41C9-3AEF2EB171EE}"/>
              </a:ext>
            </a:extLst>
          </p:cNvPr>
          <p:cNvSpPr/>
          <p:nvPr/>
        </p:nvSpPr>
        <p:spPr>
          <a:xfrm>
            <a:off x="8708819" y="1829313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GA+Prec+Nut+Obl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F764E51-FD54-C515-C609-3E85AF94BD53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6973864" y="2012204"/>
            <a:ext cx="451338" cy="105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99AC7C37-BEC3-56A0-814D-A24EEE0F6205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8257481" y="2013262"/>
            <a:ext cx="451338" cy="7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F271B0E6-ABB6-D6E6-B13E-01B0D8015568}"/>
              </a:ext>
            </a:extLst>
          </p:cNvPr>
          <p:cNvSpPr txBox="1"/>
          <p:nvPr/>
        </p:nvSpPr>
        <p:spPr>
          <a:xfrm>
            <a:off x="7328344" y="1096970"/>
            <a:ext cx="59503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FRAME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2FA22C75-737A-87A3-C207-A90F14D2B633}"/>
              </a:ext>
            </a:extLst>
          </p:cNvPr>
          <p:cNvCxnSpPr/>
          <p:nvPr/>
        </p:nvCxnSpPr>
        <p:spPr>
          <a:xfrm>
            <a:off x="6054711" y="1358823"/>
            <a:ext cx="34618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983311EB-E340-7623-8F00-1706DEE2533A}"/>
              </a:ext>
            </a:extLst>
          </p:cNvPr>
          <p:cNvSpPr/>
          <p:nvPr/>
        </p:nvSpPr>
        <p:spPr>
          <a:xfrm>
            <a:off x="5902449" y="2287180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accent5"/>
                </a:solidFill>
              </a:rPr>
              <a:t>Topo </a:t>
            </a:r>
            <a:r>
              <a:rPr lang="de-DE" sz="1000" dirty="0" err="1">
                <a:solidFill>
                  <a:schemeClr val="accent5"/>
                </a:solidFill>
              </a:rPr>
              <a:t>Projection</a:t>
            </a:r>
            <a:endParaRPr lang="de-DE" sz="1000" dirty="0">
              <a:solidFill>
                <a:schemeClr val="accent5"/>
              </a:solidFill>
            </a:endParaRP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30EF35C9-F1DA-09D6-F456-75D5F2B03992}"/>
              </a:ext>
            </a:extLst>
          </p:cNvPr>
          <p:cNvCxnSpPr>
            <a:cxnSpLocks/>
            <a:stCxn id="16" idx="2"/>
            <a:endCxn id="43" idx="1"/>
          </p:cNvCxnSpPr>
          <p:nvPr/>
        </p:nvCxnSpPr>
        <p:spPr>
          <a:xfrm rot="16200000" flipH="1">
            <a:off x="5362795" y="1932192"/>
            <a:ext cx="297270" cy="7820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7A319415-C9CE-D18E-8326-F24049DC2274}"/>
              </a:ext>
            </a:extLst>
          </p:cNvPr>
          <p:cNvCxnSpPr>
            <a:stCxn id="18" idx="3"/>
            <a:endCxn id="17" idx="0"/>
          </p:cNvCxnSpPr>
          <p:nvPr/>
        </p:nvCxnSpPr>
        <p:spPr>
          <a:xfrm>
            <a:off x="9541098" y="2013979"/>
            <a:ext cx="675033" cy="4181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0ADF7009-F216-C946-EA54-007C38728F15}"/>
              </a:ext>
            </a:extLst>
          </p:cNvPr>
          <p:cNvSpPr txBox="1"/>
          <p:nvPr/>
        </p:nvSpPr>
        <p:spPr>
          <a:xfrm>
            <a:off x="7574639" y="6480309"/>
            <a:ext cx="2188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(RA,DEC)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34942597-7A17-5B97-56D2-BD456524F74C}"/>
              </a:ext>
            </a:extLst>
          </p:cNvPr>
          <p:cNvSpPr txBox="1"/>
          <p:nvPr/>
        </p:nvSpPr>
        <p:spPr>
          <a:xfrm>
            <a:off x="9653423" y="6473891"/>
            <a:ext cx="2185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(AZ, ALT)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D773D402-E127-AE56-762E-A938088E4FBE}"/>
              </a:ext>
            </a:extLst>
          </p:cNvPr>
          <p:cNvSpPr txBox="1"/>
          <p:nvPr/>
        </p:nvSpPr>
        <p:spPr>
          <a:xfrm>
            <a:off x="8157882" y="5721307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460CA6B7-3B5A-E020-FCD9-B2D477DD6669}"/>
              </a:ext>
            </a:extLst>
          </p:cNvPr>
          <p:cNvSpPr txBox="1"/>
          <p:nvPr/>
        </p:nvSpPr>
        <p:spPr>
          <a:xfrm>
            <a:off x="10346725" y="5550584"/>
            <a:ext cx="1279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QUANTITIES=AZ; ALT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730A1BBE-51E5-6CE3-C46F-975950C85A81}"/>
              </a:ext>
            </a:extLst>
          </p:cNvPr>
          <p:cNvCxnSpPr>
            <a:cxnSpLocks/>
          </p:cNvCxnSpPr>
          <p:nvPr/>
        </p:nvCxnSpPr>
        <p:spPr>
          <a:xfrm>
            <a:off x="4158966" y="943185"/>
            <a:ext cx="535764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12311C81-E4E1-7327-35CE-EEE2380CA1F9}"/>
              </a:ext>
            </a:extLst>
          </p:cNvPr>
          <p:cNvSpPr txBox="1"/>
          <p:nvPr/>
        </p:nvSpPr>
        <p:spPr>
          <a:xfrm>
            <a:off x="212921" y="5559334"/>
            <a:ext cx="30687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u="sng" dirty="0"/>
              <a:t>Legend:</a:t>
            </a:r>
          </a:p>
          <a:p>
            <a:r>
              <a:rPr lang="de-DE" sz="1200" dirty="0">
                <a:solidFill>
                  <a:schemeClr val="accent6"/>
                </a:solidFill>
              </a:rPr>
              <a:t>Grün: </a:t>
            </a:r>
            <a:r>
              <a:rPr lang="de-DE" sz="1200" dirty="0" err="1">
                <a:solidFill>
                  <a:schemeClr val="accent6"/>
                </a:solidFill>
              </a:rPr>
              <a:t>Correction</a:t>
            </a:r>
            <a:r>
              <a:rPr lang="de-DE" sz="1200" dirty="0">
                <a:solidFill>
                  <a:schemeClr val="accent6"/>
                </a:solidFill>
              </a:rPr>
              <a:t> Dimension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Frame Dimension</a:t>
            </a:r>
          </a:p>
          <a:p>
            <a:r>
              <a:rPr lang="de-DE" sz="1200" dirty="0">
                <a:solidFill>
                  <a:srgbClr val="FF0000"/>
                </a:solidFill>
              </a:rPr>
              <a:t>Rot: </a:t>
            </a:r>
            <a:r>
              <a:rPr lang="de-DE" sz="1200" dirty="0" err="1">
                <a:solidFill>
                  <a:srgbClr val="FF0000"/>
                </a:solidFill>
              </a:rPr>
              <a:t>physical</a:t>
            </a:r>
            <a:r>
              <a:rPr lang="de-DE" sz="1200" dirty="0">
                <a:solidFill>
                  <a:srgbClr val="FF0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rgbClr val="FFC000"/>
                </a:solidFill>
              </a:rPr>
              <a:t>Gelb: </a:t>
            </a:r>
            <a:r>
              <a:rPr lang="de-DE" sz="1200" dirty="0" err="1">
                <a:solidFill>
                  <a:srgbClr val="FFC000"/>
                </a:solidFill>
              </a:rPr>
              <a:t>derived</a:t>
            </a:r>
            <a:r>
              <a:rPr lang="de-DE" sz="1200" dirty="0">
                <a:solidFill>
                  <a:srgbClr val="FFC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chemeClr val="accent5"/>
                </a:solidFill>
              </a:rPr>
              <a:t>Lila: UI Outputs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18657134-2466-1238-2997-05491364A899}"/>
              </a:ext>
            </a:extLst>
          </p:cNvPr>
          <p:cNvSpPr txBox="1"/>
          <p:nvPr/>
        </p:nvSpPr>
        <p:spPr>
          <a:xfrm>
            <a:off x="10223635" y="138729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3B461CBB-DB80-990C-ABBE-ACB038A486F9}"/>
              </a:ext>
            </a:extLst>
          </p:cNvPr>
          <p:cNvSpPr txBox="1"/>
          <p:nvPr/>
        </p:nvSpPr>
        <p:spPr>
          <a:xfrm>
            <a:off x="10632171" y="2396133"/>
            <a:ext cx="1279517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E128E7EC-23E8-35FA-5026-B90B5F4CE1AC}"/>
              </a:ext>
            </a:extLst>
          </p:cNvPr>
          <p:cNvSpPr txBox="1"/>
          <p:nvPr/>
        </p:nvSpPr>
        <p:spPr>
          <a:xfrm>
            <a:off x="1690447" y="181013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6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600" dirty="0">
                <a:solidFill>
                  <a:srgbClr val="FF0000"/>
                </a:solidFill>
              </a:rPr>
              <a:t>EPHEM-TYPE=VECTORS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4E258033-C078-AFFC-C1B5-135CBDFFDD24}"/>
              </a:ext>
            </a:extLst>
          </p:cNvPr>
          <p:cNvSpPr txBox="1"/>
          <p:nvPr/>
        </p:nvSpPr>
        <p:spPr>
          <a:xfrm>
            <a:off x="3086573" y="1811372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500@399</a:t>
            </a:r>
          </a:p>
          <a:p>
            <a:r>
              <a:rPr lang="de-DE" dirty="0"/>
              <a:t>EPHEM-TYPE=VECTORS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90A34B28-061E-40BF-8691-BC27B51E3384}"/>
              </a:ext>
            </a:extLst>
          </p:cNvPr>
          <p:cNvSpPr txBox="1"/>
          <p:nvPr/>
        </p:nvSpPr>
        <p:spPr>
          <a:xfrm>
            <a:off x="4281299" y="2268045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rgbClr val="FFC000"/>
                </a:solidFill>
              </a:rPr>
              <a:t>VECTOR_CORR=NONE</a:t>
            </a:r>
          </a:p>
          <a:p>
            <a:r>
              <a:rPr lang="de-DE" dirty="0">
                <a:solidFill>
                  <a:srgbClr val="FFC000"/>
                </a:solidFill>
              </a:rPr>
              <a:t>EPHEM-TYPE=OBSERVER</a:t>
            </a:r>
          </a:p>
          <a:p>
            <a:r>
              <a:rPr lang="de-DE" dirty="0" err="1">
                <a:solidFill>
                  <a:srgbClr val="FFC000"/>
                </a:solidFill>
              </a:rPr>
              <a:t>REF_System</a:t>
            </a:r>
            <a:r>
              <a:rPr lang="de-DE" dirty="0">
                <a:solidFill>
                  <a:srgbClr val="FFC000"/>
                </a:solidFill>
              </a:rPr>
              <a:t>=ICRF</a:t>
            </a:r>
          </a:p>
          <a:p>
            <a:r>
              <a:rPr lang="de-DE" dirty="0">
                <a:solidFill>
                  <a:srgbClr val="FFC000"/>
                </a:solidFill>
              </a:rPr>
              <a:t>REF_PLANE=FRAME</a:t>
            </a:r>
          </a:p>
          <a:p>
            <a:r>
              <a:rPr lang="de-DE" dirty="0">
                <a:solidFill>
                  <a:srgbClr val="FFC000"/>
                </a:solidFill>
              </a:rPr>
              <a:t>QUANTITIES=1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00D3AB47-D3AA-3244-320B-D8C9B38353DA}"/>
              </a:ext>
            </a:extLst>
          </p:cNvPr>
          <p:cNvSpPr txBox="1"/>
          <p:nvPr/>
        </p:nvSpPr>
        <p:spPr>
          <a:xfrm>
            <a:off x="6850224" y="243030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chemeClr val="accent5"/>
                </a:solidFill>
              </a:rPr>
              <a:t>VECTOR_CORR=NONE</a:t>
            </a:r>
          </a:p>
          <a:p>
            <a:r>
              <a:rPr lang="de-DE" dirty="0">
                <a:solidFill>
                  <a:schemeClr val="accent5"/>
                </a:solidFill>
              </a:rPr>
              <a:t>EPHEM-TYPE=OBSERVER</a:t>
            </a:r>
          </a:p>
          <a:p>
            <a:r>
              <a:rPr lang="de-DE" dirty="0" err="1">
                <a:solidFill>
                  <a:schemeClr val="accent5"/>
                </a:solidFill>
              </a:rPr>
              <a:t>REF_System</a:t>
            </a:r>
            <a:r>
              <a:rPr lang="de-DE" dirty="0">
                <a:solidFill>
                  <a:schemeClr val="accent5"/>
                </a:solidFill>
              </a:rPr>
              <a:t>=ICRF</a:t>
            </a:r>
          </a:p>
          <a:p>
            <a:r>
              <a:rPr lang="de-DE" dirty="0">
                <a:solidFill>
                  <a:schemeClr val="accent5"/>
                </a:solidFill>
              </a:rPr>
              <a:t>REF_PLANE=FRAME</a:t>
            </a:r>
          </a:p>
          <a:p>
            <a:r>
              <a:rPr lang="de-DE" dirty="0">
                <a:solidFill>
                  <a:schemeClr val="accent5"/>
                </a:solidFill>
              </a:rPr>
              <a:t>QUANTITIES=AZ;ALT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EDB75F3B-9888-ABA9-F3CE-CAB8C290FCEE}"/>
              </a:ext>
            </a:extLst>
          </p:cNvPr>
          <p:cNvSpPr txBox="1"/>
          <p:nvPr/>
        </p:nvSpPr>
        <p:spPr>
          <a:xfrm>
            <a:off x="5754717" y="2628040"/>
            <a:ext cx="8947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OBSERVER+</a:t>
            </a:r>
          </a:p>
        </p:txBody>
      </p: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54371653-A78E-885F-A905-092C64764BC7}"/>
              </a:ext>
            </a:extLst>
          </p:cNvPr>
          <p:cNvCxnSpPr>
            <a:cxnSpLocks/>
          </p:cNvCxnSpPr>
          <p:nvPr/>
        </p:nvCxnSpPr>
        <p:spPr>
          <a:xfrm flipV="1">
            <a:off x="5259565" y="580119"/>
            <a:ext cx="2505215" cy="70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feld 239">
            <a:extLst>
              <a:ext uri="{FF2B5EF4-FFF2-40B4-BE49-F238E27FC236}">
                <a16:creationId xmlns:a16="http://schemas.microsoft.com/office/drawing/2014/main" id="{F60783B2-40EF-4663-D4AA-FC4111DC9044}"/>
              </a:ext>
            </a:extLst>
          </p:cNvPr>
          <p:cNvSpPr txBox="1"/>
          <p:nvPr/>
        </p:nvSpPr>
        <p:spPr>
          <a:xfrm>
            <a:off x="5420044" y="219911"/>
            <a:ext cx="24272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rgbClr val="FFC000"/>
                </a:solidFill>
              </a:rPr>
              <a:t>EPHEM-TYPE = { OBSERVER}</a:t>
            </a:r>
          </a:p>
          <a:p>
            <a:endParaRPr lang="de-DE" sz="1000" b="1" dirty="0">
              <a:solidFill>
                <a:srgbClr val="FFC000"/>
              </a:solidFill>
            </a:endParaRPr>
          </a:p>
        </p:txBody>
      </p:sp>
      <p:grpSp>
        <p:nvGrpSpPr>
          <p:cNvPr id="246" name="Gruppieren 245">
            <a:extLst>
              <a:ext uri="{FF2B5EF4-FFF2-40B4-BE49-F238E27FC236}">
                <a16:creationId xmlns:a16="http://schemas.microsoft.com/office/drawing/2014/main" id="{FD249E15-2406-7B93-51C7-58D80AF485B6}"/>
              </a:ext>
            </a:extLst>
          </p:cNvPr>
          <p:cNvGrpSpPr/>
          <p:nvPr/>
        </p:nvGrpSpPr>
        <p:grpSpPr>
          <a:xfrm>
            <a:off x="9790916" y="1644479"/>
            <a:ext cx="480147" cy="385178"/>
            <a:chOff x="6864273" y="4714937"/>
            <a:chExt cx="621045" cy="514285"/>
          </a:xfrm>
        </p:grpSpPr>
        <p:sp>
          <p:nvSpPr>
            <p:cNvPr id="244" name="Gleichschenkliges Dreieck 243">
              <a:extLst>
                <a:ext uri="{FF2B5EF4-FFF2-40B4-BE49-F238E27FC236}">
                  <a16:creationId xmlns:a16="http://schemas.microsoft.com/office/drawing/2014/main" id="{97ADDDAC-E5F1-C28D-7ADD-BE7ECB0E646F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5" name="Textfeld 244">
              <a:extLst>
                <a:ext uri="{FF2B5EF4-FFF2-40B4-BE49-F238E27FC236}">
                  <a16:creationId xmlns:a16="http://schemas.microsoft.com/office/drawing/2014/main" id="{48896683-A9DA-C2F7-4B68-4321F1B9010A}"/>
                </a:ext>
              </a:extLst>
            </p:cNvPr>
            <p:cNvSpPr txBox="1"/>
            <p:nvPr/>
          </p:nvSpPr>
          <p:spPr>
            <a:xfrm>
              <a:off x="6904745" y="4835822"/>
              <a:ext cx="431528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15</a:t>
              </a:r>
            </a:p>
          </p:txBody>
        </p:sp>
      </p:grp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523E9A74-CD12-A0B9-1460-C7BE5569E71D}"/>
              </a:ext>
            </a:extLst>
          </p:cNvPr>
          <p:cNvGrpSpPr/>
          <p:nvPr/>
        </p:nvGrpSpPr>
        <p:grpSpPr>
          <a:xfrm>
            <a:off x="9745041" y="2800181"/>
            <a:ext cx="480147" cy="459870"/>
            <a:chOff x="6864273" y="4714937"/>
            <a:chExt cx="621045" cy="614013"/>
          </a:xfrm>
        </p:grpSpPr>
        <p:sp>
          <p:nvSpPr>
            <p:cNvPr id="248" name="Gleichschenkliges Dreieck 247">
              <a:extLst>
                <a:ext uri="{FF2B5EF4-FFF2-40B4-BE49-F238E27FC236}">
                  <a16:creationId xmlns:a16="http://schemas.microsoft.com/office/drawing/2014/main" id="{9061A059-A1D3-EC1E-5D1B-2EB418741F4F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9" name="Textfeld 248">
              <a:extLst>
                <a:ext uri="{FF2B5EF4-FFF2-40B4-BE49-F238E27FC236}">
                  <a16:creationId xmlns:a16="http://schemas.microsoft.com/office/drawing/2014/main" id="{9707E49B-F63E-CF5E-51A5-4070434125FA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16</a:t>
              </a:r>
            </a:p>
          </p:txBody>
        </p:sp>
      </p:grpSp>
      <p:grpSp>
        <p:nvGrpSpPr>
          <p:cNvPr id="250" name="Gruppieren 249">
            <a:extLst>
              <a:ext uri="{FF2B5EF4-FFF2-40B4-BE49-F238E27FC236}">
                <a16:creationId xmlns:a16="http://schemas.microsoft.com/office/drawing/2014/main" id="{B62C4E53-8AA6-7155-E4A1-05AA82D04E3F}"/>
              </a:ext>
            </a:extLst>
          </p:cNvPr>
          <p:cNvGrpSpPr/>
          <p:nvPr/>
        </p:nvGrpSpPr>
        <p:grpSpPr>
          <a:xfrm>
            <a:off x="9031851" y="5719267"/>
            <a:ext cx="480147" cy="459870"/>
            <a:chOff x="6864273" y="4714937"/>
            <a:chExt cx="621045" cy="614013"/>
          </a:xfrm>
        </p:grpSpPr>
        <p:sp>
          <p:nvSpPr>
            <p:cNvPr id="251" name="Gleichschenkliges Dreieck 250">
              <a:extLst>
                <a:ext uri="{FF2B5EF4-FFF2-40B4-BE49-F238E27FC236}">
                  <a16:creationId xmlns:a16="http://schemas.microsoft.com/office/drawing/2014/main" id="{3F5BEE98-1050-2BC3-718A-1C1EEE8E30B5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2" name="Textfeld 251">
              <a:extLst>
                <a:ext uri="{FF2B5EF4-FFF2-40B4-BE49-F238E27FC236}">
                  <a16:creationId xmlns:a16="http://schemas.microsoft.com/office/drawing/2014/main" id="{BEB0ADEF-AA39-FBBE-724C-0628A0BE9E74}"/>
                </a:ext>
              </a:extLst>
            </p:cNvPr>
            <p:cNvSpPr txBox="1"/>
            <p:nvPr/>
          </p:nvSpPr>
          <p:spPr>
            <a:xfrm>
              <a:off x="6904745" y="4835822"/>
              <a:ext cx="558158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253" name="Gruppieren 252">
            <a:extLst>
              <a:ext uri="{FF2B5EF4-FFF2-40B4-BE49-F238E27FC236}">
                <a16:creationId xmlns:a16="http://schemas.microsoft.com/office/drawing/2014/main" id="{71C2C060-592A-2272-23F4-3AAB9A034173}"/>
              </a:ext>
            </a:extLst>
          </p:cNvPr>
          <p:cNvGrpSpPr/>
          <p:nvPr/>
        </p:nvGrpSpPr>
        <p:grpSpPr>
          <a:xfrm>
            <a:off x="9842598" y="5678950"/>
            <a:ext cx="480147" cy="459870"/>
            <a:chOff x="6864273" y="4714937"/>
            <a:chExt cx="621045" cy="614013"/>
          </a:xfrm>
        </p:grpSpPr>
        <p:sp>
          <p:nvSpPr>
            <p:cNvPr id="254" name="Gleichschenkliges Dreieck 253">
              <a:extLst>
                <a:ext uri="{FF2B5EF4-FFF2-40B4-BE49-F238E27FC236}">
                  <a16:creationId xmlns:a16="http://schemas.microsoft.com/office/drawing/2014/main" id="{B73B16BB-CBAE-99AF-D53A-E5C4B1CAE133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5" name="Textfeld 254">
              <a:extLst>
                <a:ext uri="{FF2B5EF4-FFF2-40B4-BE49-F238E27FC236}">
                  <a16:creationId xmlns:a16="http://schemas.microsoft.com/office/drawing/2014/main" id="{1F40088E-29F6-AE62-221B-23A13474204B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14</a:t>
              </a:r>
            </a:p>
          </p:txBody>
        </p:sp>
      </p:grpSp>
      <p:sp>
        <p:nvSpPr>
          <p:cNvPr id="257" name="Ellipse 256">
            <a:extLst>
              <a:ext uri="{FF2B5EF4-FFF2-40B4-BE49-F238E27FC236}">
                <a16:creationId xmlns:a16="http://schemas.microsoft.com/office/drawing/2014/main" id="{91AFCD97-A31C-3900-9F51-DD1EFBAC1947}"/>
              </a:ext>
            </a:extLst>
          </p:cNvPr>
          <p:cNvSpPr/>
          <p:nvPr/>
        </p:nvSpPr>
        <p:spPr>
          <a:xfrm>
            <a:off x="5513109" y="2790785"/>
            <a:ext cx="294969" cy="29496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8" name="Textfeld 257">
            <a:extLst>
              <a:ext uri="{FF2B5EF4-FFF2-40B4-BE49-F238E27FC236}">
                <a16:creationId xmlns:a16="http://schemas.microsoft.com/office/drawing/2014/main" id="{7288CE37-6684-1FCF-1365-7F3E4D2B428A}"/>
              </a:ext>
            </a:extLst>
          </p:cNvPr>
          <p:cNvSpPr txBox="1"/>
          <p:nvPr/>
        </p:nvSpPr>
        <p:spPr>
          <a:xfrm>
            <a:off x="5158583" y="2497933"/>
            <a:ext cx="308098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3</a:t>
            </a:r>
          </a:p>
        </p:txBody>
      </p:sp>
      <p:sp>
        <p:nvSpPr>
          <p:cNvPr id="259" name="Textfeld 258">
            <a:extLst>
              <a:ext uri="{FF2B5EF4-FFF2-40B4-BE49-F238E27FC236}">
                <a16:creationId xmlns:a16="http://schemas.microsoft.com/office/drawing/2014/main" id="{DE39F312-3F0C-9ABF-15B7-5B5B811F0FAD}"/>
              </a:ext>
            </a:extLst>
          </p:cNvPr>
          <p:cNvSpPr txBox="1"/>
          <p:nvPr/>
        </p:nvSpPr>
        <p:spPr>
          <a:xfrm>
            <a:off x="5342733" y="3513270"/>
            <a:ext cx="308098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260" name="Textfeld 259">
            <a:extLst>
              <a:ext uri="{FF2B5EF4-FFF2-40B4-BE49-F238E27FC236}">
                <a16:creationId xmlns:a16="http://schemas.microsoft.com/office/drawing/2014/main" id="{9EC75DC0-D5FA-DED5-6F19-2F18CC881B89}"/>
              </a:ext>
            </a:extLst>
          </p:cNvPr>
          <p:cNvSpPr txBox="1"/>
          <p:nvPr/>
        </p:nvSpPr>
        <p:spPr>
          <a:xfrm>
            <a:off x="5317160" y="4277260"/>
            <a:ext cx="431528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11</a:t>
            </a:r>
          </a:p>
        </p:txBody>
      </p:sp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8676E4BF-8EA0-3ED3-4025-A3FCC2B54490}"/>
              </a:ext>
            </a:extLst>
          </p:cNvPr>
          <p:cNvGrpSpPr/>
          <p:nvPr/>
        </p:nvGrpSpPr>
        <p:grpSpPr>
          <a:xfrm>
            <a:off x="6416839" y="2732706"/>
            <a:ext cx="480147" cy="402007"/>
            <a:chOff x="6864273" y="4714937"/>
            <a:chExt cx="621045" cy="536755"/>
          </a:xfrm>
        </p:grpSpPr>
        <p:sp>
          <p:nvSpPr>
            <p:cNvPr id="262" name="Gleichschenkliges Dreieck 261">
              <a:extLst>
                <a:ext uri="{FF2B5EF4-FFF2-40B4-BE49-F238E27FC236}">
                  <a16:creationId xmlns:a16="http://schemas.microsoft.com/office/drawing/2014/main" id="{D33AF476-838B-C37D-F30F-A3EA777C33C2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5809D6F1-05C0-DD78-16F3-0027C98463B6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4</a:t>
              </a:r>
            </a:p>
          </p:txBody>
        </p:sp>
      </p:grpSp>
      <p:grpSp>
        <p:nvGrpSpPr>
          <p:cNvPr id="264" name="Gruppieren 263">
            <a:extLst>
              <a:ext uri="{FF2B5EF4-FFF2-40B4-BE49-F238E27FC236}">
                <a16:creationId xmlns:a16="http://schemas.microsoft.com/office/drawing/2014/main" id="{153AD7AF-5C3B-C4D4-6E25-463A43C5155B}"/>
              </a:ext>
            </a:extLst>
          </p:cNvPr>
          <p:cNvGrpSpPr/>
          <p:nvPr/>
        </p:nvGrpSpPr>
        <p:grpSpPr>
          <a:xfrm>
            <a:off x="6401520" y="3499316"/>
            <a:ext cx="480147" cy="402007"/>
            <a:chOff x="6864273" y="4714937"/>
            <a:chExt cx="621045" cy="536755"/>
          </a:xfrm>
        </p:grpSpPr>
        <p:sp>
          <p:nvSpPr>
            <p:cNvPr id="265" name="Gleichschenkliges Dreieck 264">
              <a:extLst>
                <a:ext uri="{FF2B5EF4-FFF2-40B4-BE49-F238E27FC236}">
                  <a16:creationId xmlns:a16="http://schemas.microsoft.com/office/drawing/2014/main" id="{C239B96E-5CDB-2B0D-FE71-41661E68D8C4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6" name="Textfeld 265">
              <a:extLst>
                <a:ext uri="{FF2B5EF4-FFF2-40B4-BE49-F238E27FC236}">
                  <a16:creationId xmlns:a16="http://schemas.microsoft.com/office/drawing/2014/main" id="{C5CADF51-486D-BB26-09AD-B16AE2398E26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8</a:t>
              </a:r>
            </a:p>
          </p:txBody>
        </p:sp>
      </p:grpSp>
      <p:grpSp>
        <p:nvGrpSpPr>
          <p:cNvPr id="267" name="Gruppieren 266">
            <a:extLst>
              <a:ext uri="{FF2B5EF4-FFF2-40B4-BE49-F238E27FC236}">
                <a16:creationId xmlns:a16="http://schemas.microsoft.com/office/drawing/2014/main" id="{B03A3BEC-8C13-A70C-0A18-A593312A7FFE}"/>
              </a:ext>
            </a:extLst>
          </p:cNvPr>
          <p:cNvGrpSpPr/>
          <p:nvPr/>
        </p:nvGrpSpPr>
        <p:grpSpPr>
          <a:xfrm>
            <a:off x="6413538" y="4302000"/>
            <a:ext cx="480147" cy="476527"/>
            <a:chOff x="6864273" y="4714937"/>
            <a:chExt cx="621045" cy="636253"/>
          </a:xfrm>
        </p:grpSpPr>
        <p:sp>
          <p:nvSpPr>
            <p:cNvPr id="268" name="Gleichschenkliges Dreieck 267">
              <a:extLst>
                <a:ext uri="{FF2B5EF4-FFF2-40B4-BE49-F238E27FC236}">
                  <a16:creationId xmlns:a16="http://schemas.microsoft.com/office/drawing/2014/main" id="{3A88743C-A0F0-C17C-9BAE-8D49BB25B0EC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31A42AE1-D754-C39A-2F02-0B1066F4DB0A}"/>
                </a:ext>
              </a:extLst>
            </p:cNvPr>
            <p:cNvSpPr txBox="1"/>
            <p:nvPr/>
          </p:nvSpPr>
          <p:spPr>
            <a:xfrm>
              <a:off x="6885465" y="485806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12</a:t>
              </a:r>
            </a:p>
          </p:txBody>
        </p:sp>
      </p:grpSp>
      <p:sp>
        <p:nvSpPr>
          <p:cNvPr id="270" name="Textfeld 269">
            <a:extLst>
              <a:ext uri="{FF2B5EF4-FFF2-40B4-BE49-F238E27FC236}">
                <a16:creationId xmlns:a16="http://schemas.microsoft.com/office/drawing/2014/main" id="{E371119B-1E5F-1237-6084-69B40A402D52}"/>
              </a:ext>
            </a:extLst>
          </p:cNvPr>
          <p:cNvSpPr txBox="1"/>
          <p:nvPr/>
        </p:nvSpPr>
        <p:spPr>
          <a:xfrm>
            <a:off x="7866794" y="211807"/>
            <a:ext cx="26484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chemeClr val="accent5"/>
                </a:solidFill>
              </a:rPr>
              <a:t>EPHEM-TYPE = { OBSERVER} + QUANTITIES</a:t>
            </a:r>
          </a:p>
          <a:p>
            <a:endParaRPr lang="de-DE" sz="1000" b="1" dirty="0">
              <a:solidFill>
                <a:schemeClr val="accent5"/>
              </a:solidFill>
            </a:endParaRP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A11E86B9-7726-9830-C20A-8C576AB8E946}"/>
              </a:ext>
            </a:extLst>
          </p:cNvPr>
          <p:cNvCxnSpPr>
            <a:cxnSpLocks/>
          </p:cNvCxnSpPr>
          <p:nvPr/>
        </p:nvCxnSpPr>
        <p:spPr>
          <a:xfrm>
            <a:off x="7764780" y="591804"/>
            <a:ext cx="2867490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ED12200D-B5D2-4398-E585-4F2BB742FDDC}"/>
              </a:ext>
            </a:extLst>
          </p:cNvPr>
          <p:cNvCxnSpPr>
            <a:cxnSpLocks/>
          </p:cNvCxnSpPr>
          <p:nvPr/>
        </p:nvCxnSpPr>
        <p:spPr>
          <a:xfrm>
            <a:off x="267486" y="5562361"/>
            <a:ext cx="562928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echteck 279">
            <a:extLst>
              <a:ext uri="{FF2B5EF4-FFF2-40B4-BE49-F238E27FC236}">
                <a16:creationId xmlns:a16="http://schemas.microsoft.com/office/drawing/2014/main" id="{707135EF-D3DA-605D-B2BB-6D21A1ABB7CB}"/>
              </a:ext>
            </a:extLst>
          </p:cNvPr>
          <p:cNvSpPr/>
          <p:nvPr/>
        </p:nvSpPr>
        <p:spPr>
          <a:xfrm>
            <a:off x="1933133" y="5078699"/>
            <a:ext cx="92036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Not Horizons;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Later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Relativity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Parallax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Refraction</a:t>
            </a:r>
            <a:endParaRPr lang="de-DE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7" name="Textfeld 286">
            <a:extLst>
              <a:ext uri="{FF2B5EF4-FFF2-40B4-BE49-F238E27FC236}">
                <a16:creationId xmlns:a16="http://schemas.microsoft.com/office/drawing/2014/main" id="{B8FFFA23-C7CB-E3D0-BD9C-AA423D66B3E7}"/>
              </a:ext>
            </a:extLst>
          </p:cNvPr>
          <p:cNvSpPr txBox="1"/>
          <p:nvPr/>
        </p:nvSpPr>
        <p:spPr>
          <a:xfrm>
            <a:off x="3598850" y="5668639"/>
            <a:ext cx="184537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Boxes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Astronometria</a:t>
            </a:r>
            <a:r>
              <a:rPr lang="de-DE" sz="1200" dirty="0"/>
              <a:t> </a:t>
            </a:r>
          </a:p>
          <a:p>
            <a:r>
              <a:rPr lang="de-DE" sz="1200" dirty="0" err="1"/>
              <a:t>Algo</a:t>
            </a:r>
            <a:r>
              <a:rPr lang="de-DE" sz="1200" dirty="0"/>
              <a:t> </a:t>
            </a:r>
            <a:r>
              <a:rPr lang="de-DE" sz="1200" dirty="0" err="1"/>
              <a:t>parts</a:t>
            </a:r>
            <a:endParaRPr lang="de-DE" sz="1200" dirty="0"/>
          </a:p>
        </p:txBody>
      </p:sp>
      <p:sp>
        <p:nvSpPr>
          <p:cNvPr id="288" name="Textfeld 287">
            <a:extLst>
              <a:ext uri="{FF2B5EF4-FFF2-40B4-BE49-F238E27FC236}">
                <a16:creationId xmlns:a16="http://schemas.microsoft.com/office/drawing/2014/main" id="{B483F799-00DF-E269-8F4B-12A6D1C3424D}"/>
              </a:ext>
            </a:extLst>
          </p:cNvPr>
          <p:cNvSpPr txBox="1"/>
          <p:nvPr/>
        </p:nvSpPr>
        <p:spPr>
          <a:xfrm>
            <a:off x="3595789" y="6243059"/>
            <a:ext cx="21808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Numbers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any</a:t>
            </a:r>
            <a:r>
              <a:rPr lang="de-DE" sz="1200" dirty="0"/>
              <a:t> </a:t>
            </a:r>
            <a:r>
              <a:rPr lang="de-DE" sz="1200" dirty="0" err="1"/>
              <a:t>kind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</a:p>
          <a:p>
            <a:r>
              <a:rPr lang="de-DE" sz="1200" dirty="0"/>
              <a:t>Horizons Measurement Points</a:t>
            </a:r>
          </a:p>
        </p:txBody>
      </p:sp>
      <p:sp>
        <p:nvSpPr>
          <p:cNvPr id="290" name="Rechteck 289">
            <a:extLst>
              <a:ext uri="{FF2B5EF4-FFF2-40B4-BE49-F238E27FC236}">
                <a16:creationId xmlns:a16="http://schemas.microsoft.com/office/drawing/2014/main" id="{79756460-2FE8-A99B-0EB0-1692EA7028AF}"/>
              </a:ext>
            </a:extLst>
          </p:cNvPr>
          <p:cNvSpPr/>
          <p:nvPr/>
        </p:nvSpPr>
        <p:spPr>
          <a:xfrm>
            <a:off x="6114098" y="6275305"/>
            <a:ext cx="198587" cy="1985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1" name="Gleichschenkliges Dreieck 290">
            <a:extLst>
              <a:ext uri="{FF2B5EF4-FFF2-40B4-BE49-F238E27FC236}">
                <a16:creationId xmlns:a16="http://schemas.microsoft.com/office/drawing/2014/main" id="{4DB55456-0789-E80F-D29A-4B9BBC2E206B}"/>
              </a:ext>
            </a:extLst>
          </p:cNvPr>
          <p:cNvSpPr/>
          <p:nvPr/>
        </p:nvSpPr>
        <p:spPr>
          <a:xfrm>
            <a:off x="6448425" y="629327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92" name="Gruppieren 291">
            <a:extLst>
              <a:ext uri="{FF2B5EF4-FFF2-40B4-BE49-F238E27FC236}">
                <a16:creationId xmlns:a16="http://schemas.microsoft.com/office/drawing/2014/main" id="{0AECEAE7-EAFC-F683-A489-BCD5A978BD39}"/>
              </a:ext>
            </a:extLst>
          </p:cNvPr>
          <p:cNvGrpSpPr/>
          <p:nvPr/>
        </p:nvGrpSpPr>
        <p:grpSpPr>
          <a:xfrm>
            <a:off x="5762467" y="6249683"/>
            <a:ext cx="219233" cy="276995"/>
            <a:chOff x="7877175" y="1094810"/>
            <a:chExt cx="301748" cy="369332"/>
          </a:xfrm>
        </p:grpSpPr>
        <p:sp>
          <p:nvSpPr>
            <p:cNvPr id="293" name="Ellipse 292">
              <a:extLst>
                <a:ext uri="{FF2B5EF4-FFF2-40B4-BE49-F238E27FC236}">
                  <a16:creationId xmlns:a16="http://schemas.microsoft.com/office/drawing/2014/main" id="{957B6722-016E-231C-D464-7DCB88B553BE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Textfeld 293">
              <a:extLst>
                <a:ext uri="{FF2B5EF4-FFF2-40B4-BE49-F238E27FC236}">
                  <a16:creationId xmlns:a16="http://schemas.microsoft.com/office/drawing/2014/main" id="{E17E6673-B34F-A9DD-430B-963046D84657}"/>
                </a:ext>
              </a:extLst>
            </p:cNvPr>
            <p:cNvSpPr txBox="1"/>
            <p:nvPr/>
          </p:nvSpPr>
          <p:spPr>
            <a:xfrm>
              <a:off x="7877175" y="109481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de-DE" dirty="0">
                <a:solidFill>
                  <a:srgbClr val="FF0000"/>
                </a:solidFill>
              </a:endParaRPr>
            </a:p>
          </p:txBody>
        </p:sp>
      </p:grpSp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49BF9096-B12C-7F4D-E241-6E86C0D7BDC8}"/>
              </a:ext>
            </a:extLst>
          </p:cNvPr>
          <p:cNvSpPr/>
          <p:nvPr/>
        </p:nvSpPr>
        <p:spPr>
          <a:xfrm>
            <a:off x="9653423" y="1034154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6" name="Textfeld 295">
            <a:extLst>
              <a:ext uri="{FF2B5EF4-FFF2-40B4-BE49-F238E27FC236}">
                <a16:creationId xmlns:a16="http://schemas.microsoft.com/office/drawing/2014/main" id="{007B0C4F-640F-01D5-9852-4E90BE29DA72}"/>
              </a:ext>
            </a:extLst>
          </p:cNvPr>
          <p:cNvSpPr txBox="1"/>
          <p:nvPr/>
        </p:nvSpPr>
        <p:spPr>
          <a:xfrm rot="18888506">
            <a:off x="129546" y="505518"/>
            <a:ext cx="1581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highlight>
                  <a:srgbClr val="00FFFF"/>
                </a:highlight>
              </a:rPr>
              <a:t>VERWORFEN!</a:t>
            </a:r>
          </a:p>
          <a:p>
            <a:pPr algn="ctr"/>
            <a:r>
              <a:rPr lang="de-DE" dirty="0">
                <a:highlight>
                  <a:srgbClr val="FFFF00"/>
                </a:highlight>
              </a:rPr>
              <a:t>2026-05-17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10DDB4E-5DA2-B2FC-519D-5A50ADFA897A}"/>
              </a:ext>
            </a:extLst>
          </p:cNvPr>
          <p:cNvCxnSpPr>
            <a:cxnSpLocks/>
            <a:stCxn id="121" idx="3"/>
            <a:endCxn id="46" idx="1"/>
          </p:cNvCxnSpPr>
          <p:nvPr/>
        </p:nvCxnSpPr>
        <p:spPr>
          <a:xfrm>
            <a:off x="2863863" y="2576931"/>
            <a:ext cx="232677" cy="731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F8F2211-B890-79B2-B9B5-7CC06C0A557E}"/>
              </a:ext>
            </a:extLst>
          </p:cNvPr>
          <p:cNvCxnSpPr>
            <a:cxnSpLocks/>
            <a:stCxn id="124" idx="3"/>
            <a:endCxn id="47" idx="1"/>
          </p:cNvCxnSpPr>
          <p:nvPr/>
        </p:nvCxnSpPr>
        <p:spPr>
          <a:xfrm>
            <a:off x="3957026" y="2585866"/>
            <a:ext cx="122680" cy="795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0AB53C9F-742A-ABF9-3855-D4FF182DE44B}"/>
              </a:ext>
            </a:extLst>
          </p:cNvPr>
          <p:cNvSpPr txBox="1"/>
          <p:nvPr/>
        </p:nvSpPr>
        <p:spPr>
          <a:xfrm>
            <a:off x="3004727" y="259099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  <a:highlight>
                  <a:srgbClr val="00FFFF"/>
                </a:highlight>
              </a:rPr>
              <a:t>1b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0357ACE-51BE-35C4-4060-F8BD295A0CFB}"/>
              </a:ext>
            </a:extLst>
          </p:cNvPr>
          <p:cNvSpPr txBox="1"/>
          <p:nvPr/>
        </p:nvSpPr>
        <p:spPr>
          <a:xfrm>
            <a:off x="3980810" y="262102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  <a:highlight>
                  <a:srgbClr val="00FFFF"/>
                </a:highlight>
              </a:rPr>
              <a:t>2b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10E519A-C9FC-9412-8BF8-C3B746EF2305}"/>
              </a:ext>
            </a:extLst>
          </p:cNvPr>
          <p:cNvSpPr txBox="1"/>
          <p:nvPr/>
        </p:nvSpPr>
        <p:spPr>
          <a:xfrm>
            <a:off x="2996362" y="361948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  <a:highlight>
                  <a:srgbClr val="00FFFF"/>
                </a:highlight>
              </a:rPr>
              <a:t>5b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C583DA1-06B5-BFCE-3A28-7A0716FDD357}"/>
              </a:ext>
            </a:extLst>
          </p:cNvPr>
          <p:cNvSpPr txBox="1"/>
          <p:nvPr/>
        </p:nvSpPr>
        <p:spPr>
          <a:xfrm>
            <a:off x="3972445" y="36495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  <a:highlight>
                  <a:srgbClr val="00FFFF"/>
                </a:highlight>
              </a:rPr>
              <a:t>6b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546330A-E658-3CBE-8E39-5FB9400407DD}"/>
              </a:ext>
            </a:extLst>
          </p:cNvPr>
          <p:cNvSpPr txBox="1"/>
          <p:nvPr/>
        </p:nvSpPr>
        <p:spPr>
          <a:xfrm>
            <a:off x="2988757" y="437449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  <a:highlight>
                  <a:srgbClr val="00FFFF"/>
                </a:highlight>
              </a:rPr>
              <a:t>9b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E68342B-2079-F6C2-A148-E8659695477B}"/>
              </a:ext>
            </a:extLst>
          </p:cNvPr>
          <p:cNvSpPr txBox="1"/>
          <p:nvPr/>
        </p:nvSpPr>
        <p:spPr>
          <a:xfrm>
            <a:off x="3964840" y="4404524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  <a:highlight>
                  <a:srgbClr val="00FFFF"/>
                </a:highlight>
              </a:rPr>
              <a:t>10b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2D45159-F2CB-EAC7-4B51-CD901CAAEEA8}"/>
              </a:ext>
            </a:extLst>
          </p:cNvPr>
          <p:cNvSpPr txBox="1"/>
          <p:nvPr/>
        </p:nvSpPr>
        <p:spPr>
          <a:xfrm>
            <a:off x="5508196" y="2841879"/>
            <a:ext cx="437940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  <a:highlight>
                  <a:srgbClr val="00FFFF"/>
                </a:highlight>
              </a:rPr>
              <a:t>3b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E0F528E-0E8A-C732-23A3-2FA4DE68D10B}"/>
              </a:ext>
            </a:extLst>
          </p:cNvPr>
          <p:cNvSpPr txBox="1"/>
          <p:nvPr/>
        </p:nvSpPr>
        <p:spPr>
          <a:xfrm>
            <a:off x="5764447" y="3767459"/>
            <a:ext cx="437940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  <a:highlight>
                  <a:srgbClr val="00FFFF"/>
                </a:highlight>
              </a:rPr>
              <a:t>7b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92F393C-4A08-08FF-A749-5B57676FAC26}"/>
              </a:ext>
            </a:extLst>
          </p:cNvPr>
          <p:cNvSpPr txBox="1"/>
          <p:nvPr/>
        </p:nvSpPr>
        <p:spPr>
          <a:xfrm>
            <a:off x="5674303" y="4643951"/>
            <a:ext cx="561372" cy="36933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  <a:highlight>
                  <a:srgbClr val="00FFFF"/>
                </a:highlight>
              </a:rPr>
              <a:t>11b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096D59BD-608C-D77A-A28E-39306CF43B24}"/>
              </a:ext>
            </a:extLst>
          </p:cNvPr>
          <p:cNvSpPr/>
          <p:nvPr/>
        </p:nvSpPr>
        <p:spPr>
          <a:xfrm>
            <a:off x="3046073" y="2599637"/>
            <a:ext cx="344612" cy="3446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A2E92729-C790-0BCC-F5E8-B68995F4D351}"/>
              </a:ext>
            </a:extLst>
          </p:cNvPr>
          <p:cNvSpPr/>
          <p:nvPr/>
        </p:nvSpPr>
        <p:spPr>
          <a:xfrm>
            <a:off x="4029239" y="2614974"/>
            <a:ext cx="344612" cy="3446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13BACF3F-7127-B57C-B9EA-14ECEAD1ACBA}"/>
              </a:ext>
            </a:extLst>
          </p:cNvPr>
          <p:cNvSpPr/>
          <p:nvPr/>
        </p:nvSpPr>
        <p:spPr>
          <a:xfrm>
            <a:off x="3046073" y="3659716"/>
            <a:ext cx="344612" cy="3446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1CACF9E6-F131-9C94-CF3F-BD23B2096086}"/>
              </a:ext>
            </a:extLst>
          </p:cNvPr>
          <p:cNvSpPr/>
          <p:nvPr/>
        </p:nvSpPr>
        <p:spPr>
          <a:xfrm>
            <a:off x="4029239" y="3675053"/>
            <a:ext cx="344612" cy="3446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E70206C6-A836-8018-03F4-2E5815F4657C}"/>
              </a:ext>
            </a:extLst>
          </p:cNvPr>
          <p:cNvSpPr/>
          <p:nvPr/>
        </p:nvSpPr>
        <p:spPr>
          <a:xfrm>
            <a:off x="3023796" y="4390388"/>
            <a:ext cx="344612" cy="3446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97352FA-CC90-32C5-C19B-BC904CA4F468}"/>
              </a:ext>
            </a:extLst>
          </p:cNvPr>
          <p:cNvSpPr/>
          <p:nvPr/>
        </p:nvSpPr>
        <p:spPr>
          <a:xfrm>
            <a:off x="4006961" y="4405725"/>
            <a:ext cx="479143" cy="3446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EF2E603E-0C1B-61F7-680E-85BCE590F1A4}"/>
              </a:ext>
            </a:extLst>
          </p:cNvPr>
          <p:cNvCxnSpPr>
            <a:cxnSpLocks/>
          </p:cNvCxnSpPr>
          <p:nvPr/>
        </p:nvCxnSpPr>
        <p:spPr>
          <a:xfrm>
            <a:off x="2826482" y="3674868"/>
            <a:ext cx="232677" cy="731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4EE8437A-CA55-D646-FBCA-74BB71690FDE}"/>
              </a:ext>
            </a:extLst>
          </p:cNvPr>
          <p:cNvCxnSpPr>
            <a:cxnSpLocks/>
          </p:cNvCxnSpPr>
          <p:nvPr/>
        </p:nvCxnSpPr>
        <p:spPr>
          <a:xfrm>
            <a:off x="3919645" y="3683803"/>
            <a:ext cx="122680" cy="795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89AC1B59-1B40-8C48-A34D-9245237C5A96}"/>
              </a:ext>
            </a:extLst>
          </p:cNvPr>
          <p:cNvCxnSpPr>
            <a:cxnSpLocks/>
          </p:cNvCxnSpPr>
          <p:nvPr/>
        </p:nvCxnSpPr>
        <p:spPr>
          <a:xfrm>
            <a:off x="2820842" y="4409460"/>
            <a:ext cx="232677" cy="731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EB4B99CD-D8DF-920C-5470-FC40BB23BB76}"/>
              </a:ext>
            </a:extLst>
          </p:cNvPr>
          <p:cNvCxnSpPr>
            <a:cxnSpLocks/>
          </p:cNvCxnSpPr>
          <p:nvPr/>
        </p:nvCxnSpPr>
        <p:spPr>
          <a:xfrm>
            <a:off x="3914005" y="4418395"/>
            <a:ext cx="122680" cy="795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A971DC2F-BAB1-F82D-9254-67989BAA71B2}"/>
              </a:ext>
            </a:extLst>
          </p:cNvPr>
          <p:cNvCxnSpPr>
            <a:cxnSpLocks/>
            <a:stCxn id="258" idx="2"/>
            <a:endCxn id="35" idx="1"/>
          </p:cNvCxnSpPr>
          <p:nvPr/>
        </p:nvCxnSpPr>
        <p:spPr>
          <a:xfrm>
            <a:off x="5312632" y="2867265"/>
            <a:ext cx="195564" cy="15928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5AC1411C-65CB-8DCA-6913-3E9E704F36A8}"/>
              </a:ext>
            </a:extLst>
          </p:cNvPr>
          <p:cNvCxnSpPr>
            <a:cxnSpLocks/>
            <a:stCxn id="259" idx="2"/>
            <a:endCxn id="37" idx="1"/>
          </p:cNvCxnSpPr>
          <p:nvPr/>
        </p:nvCxnSpPr>
        <p:spPr>
          <a:xfrm>
            <a:off x="5496782" y="3882602"/>
            <a:ext cx="267665" cy="6952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0A228168-73C4-5800-CA9C-8CC65C4CB3D7}"/>
              </a:ext>
            </a:extLst>
          </p:cNvPr>
          <p:cNvCxnSpPr>
            <a:cxnSpLocks/>
            <a:stCxn id="260" idx="2"/>
            <a:endCxn id="42" idx="1"/>
          </p:cNvCxnSpPr>
          <p:nvPr/>
        </p:nvCxnSpPr>
        <p:spPr>
          <a:xfrm>
            <a:off x="5532924" y="4646592"/>
            <a:ext cx="141379" cy="18202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2405ED65-E57C-B483-58E9-166D8E39FFE4}"/>
              </a:ext>
            </a:extLst>
          </p:cNvPr>
          <p:cNvSpPr txBox="1"/>
          <p:nvPr/>
        </p:nvSpPr>
        <p:spPr>
          <a:xfrm>
            <a:off x="793949" y="4949129"/>
            <a:ext cx="44086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>
                <a:highlight>
                  <a:srgbClr val="00FFFF"/>
                </a:highlight>
              </a:rPr>
              <a:t>Glaubst Du nicht, dass es komplett </a:t>
            </a:r>
            <a:r>
              <a:rPr lang="de-DE" sz="1000" dirty="0" err="1">
                <a:highlight>
                  <a:srgbClr val="00FFFF"/>
                </a:highlight>
              </a:rPr>
              <a:t>confusing</a:t>
            </a:r>
            <a:r>
              <a:rPr lang="de-DE" sz="1000" dirty="0">
                <a:highlight>
                  <a:srgbClr val="00FFFF"/>
                </a:highlight>
              </a:rPr>
              <a:t> wird, wenn L0 in TT gerechnet wird, die Ergebnisse für L1 verwendet werden, dann dort in TDB gewechselt wird und der L1 </a:t>
            </a:r>
            <a:r>
              <a:rPr lang="de-DE" sz="1000" dirty="0" err="1">
                <a:highlight>
                  <a:srgbClr val="00FFFF"/>
                </a:highlight>
              </a:rPr>
              <a:t>StateVector</a:t>
            </a:r>
            <a:r>
              <a:rPr lang="de-DE" sz="1000" dirty="0">
                <a:highlight>
                  <a:srgbClr val="00FFFF"/>
                </a:highlight>
              </a:rPr>
              <a:t> dann teilweise auf TT Historie *und* aktueller TDB Transformation basiert? Ich glaube eher, dieser Schritt wäre </a:t>
            </a:r>
            <a:r>
              <a:rPr lang="de-DE" sz="1000" dirty="0" err="1">
                <a:highlight>
                  <a:srgbClr val="00FFFF"/>
                </a:highlight>
              </a:rPr>
              <a:t>unphysikalisch</a:t>
            </a:r>
            <a:r>
              <a:rPr lang="de-DE" sz="1000" dirty="0"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8640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2438E949-703B-9427-501C-A546A0B0250D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579723" y="2532687"/>
            <a:ext cx="13350" cy="3948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FBE22873-BBBD-4523-C903-2032DF375DBF}"/>
              </a:ext>
            </a:extLst>
          </p:cNvPr>
          <p:cNvSpPr/>
          <p:nvPr/>
        </p:nvSpPr>
        <p:spPr>
          <a:xfrm>
            <a:off x="2752827" y="659069"/>
            <a:ext cx="74706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accent6"/>
                </a:solidFill>
              </a:rPr>
              <a:t>VSOP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5236BB0-F24D-EAD1-81E8-698F174D6203}"/>
              </a:ext>
            </a:extLst>
          </p:cNvPr>
          <p:cNvCxnSpPr>
            <a:cxnSpLocks/>
          </p:cNvCxnSpPr>
          <p:nvPr/>
        </p:nvCxnSpPr>
        <p:spPr>
          <a:xfrm>
            <a:off x="2822361" y="364100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5D6B149-57C9-7FD3-454C-0062DF97C8B0}"/>
              </a:ext>
            </a:extLst>
          </p:cNvPr>
          <p:cNvCxnSpPr>
            <a:cxnSpLocks/>
          </p:cNvCxnSpPr>
          <p:nvPr/>
        </p:nvCxnSpPr>
        <p:spPr>
          <a:xfrm>
            <a:off x="3127161" y="364100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F954D254-7CC9-12B3-0487-3065882EEA4C}"/>
              </a:ext>
            </a:extLst>
          </p:cNvPr>
          <p:cNvCxnSpPr>
            <a:cxnSpLocks/>
          </p:cNvCxnSpPr>
          <p:nvPr/>
        </p:nvCxnSpPr>
        <p:spPr>
          <a:xfrm>
            <a:off x="3431961" y="364100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D94BA82-A893-B187-CB5F-73160AEC0E55}"/>
              </a:ext>
            </a:extLst>
          </p:cNvPr>
          <p:cNvSpPr txBox="1"/>
          <p:nvPr/>
        </p:nvSpPr>
        <p:spPr>
          <a:xfrm>
            <a:off x="2653084" y="96087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TX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5B87B6E-7FB6-FE34-CDB9-B61E32A5904A}"/>
              </a:ext>
            </a:extLst>
          </p:cNvPr>
          <p:cNvSpPr txBox="1"/>
          <p:nvPr/>
        </p:nvSpPr>
        <p:spPr>
          <a:xfrm>
            <a:off x="2957884" y="96086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CC6405B-95EA-CDFC-02AA-C54DDAAA3D97}"/>
              </a:ext>
            </a:extLst>
          </p:cNvPr>
          <p:cNvSpPr txBox="1"/>
          <p:nvPr/>
        </p:nvSpPr>
        <p:spPr>
          <a:xfrm>
            <a:off x="3262684" y="96086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71E607E-F46C-5C20-2B26-53F3A437E024}"/>
              </a:ext>
            </a:extLst>
          </p:cNvPr>
          <p:cNvSpPr/>
          <p:nvPr/>
        </p:nvSpPr>
        <p:spPr>
          <a:xfrm>
            <a:off x="3908398" y="1186119"/>
            <a:ext cx="74706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accent6"/>
                </a:solidFill>
              </a:rPr>
              <a:t>HE2GE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44457D2-72B3-94F7-9763-95716AAA135C}"/>
              </a:ext>
            </a:extLst>
          </p:cNvPr>
          <p:cNvSpPr/>
          <p:nvPr/>
        </p:nvSpPr>
        <p:spPr>
          <a:xfrm>
            <a:off x="5063969" y="1681419"/>
            <a:ext cx="74706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accent6"/>
                </a:solidFill>
              </a:rPr>
              <a:t>GE2GA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DF379BE-65C6-C304-7018-6D86BCF86896}"/>
              </a:ext>
            </a:extLst>
          </p:cNvPr>
          <p:cNvSpPr/>
          <p:nvPr/>
        </p:nvSpPr>
        <p:spPr>
          <a:xfrm>
            <a:off x="6219540" y="2163355"/>
            <a:ext cx="74706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accent6"/>
                </a:solidFill>
              </a:rPr>
              <a:t>GA2TP</a:t>
            </a: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A4D08692-58AC-5797-A0FE-D082182B4AF5}"/>
              </a:ext>
            </a:extLst>
          </p:cNvPr>
          <p:cNvCxnSpPr>
            <a:stCxn id="5" idx="3"/>
            <a:endCxn id="15" idx="0"/>
          </p:cNvCxnSpPr>
          <p:nvPr/>
        </p:nvCxnSpPr>
        <p:spPr>
          <a:xfrm>
            <a:off x="3499892" y="843735"/>
            <a:ext cx="782039" cy="342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05955682-D643-51DA-34A0-7C2799B84D8C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4655463" y="1370785"/>
            <a:ext cx="782039" cy="3106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C04AC736-A9A7-8D1C-8933-B19A1DC6533E}"/>
              </a:ext>
            </a:extLst>
          </p:cNvPr>
          <p:cNvCxnSpPr>
            <a:cxnSpLocks/>
            <a:stCxn id="16" idx="3"/>
            <a:endCxn id="17" idx="0"/>
          </p:cNvCxnSpPr>
          <p:nvPr/>
        </p:nvCxnSpPr>
        <p:spPr>
          <a:xfrm>
            <a:off x="5811034" y="1866085"/>
            <a:ext cx="782039" cy="2972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5FC05C73-C2FE-ADEA-D28A-AF18B8DC5410}"/>
              </a:ext>
            </a:extLst>
          </p:cNvPr>
          <p:cNvSpPr txBox="1"/>
          <p:nvPr/>
        </p:nvSpPr>
        <p:spPr>
          <a:xfrm>
            <a:off x="3574978" y="851704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accent6"/>
                </a:solidFill>
              </a:rPr>
              <a:t>(X, Y, Z)</a:t>
            </a:r>
            <a:r>
              <a:rPr lang="de-DE" sz="800" b="1" i="1" baseline="-25000" dirty="0">
                <a:solidFill>
                  <a:schemeClr val="accent6"/>
                </a:solidFill>
              </a:rPr>
              <a:t>HE</a:t>
            </a:r>
            <a:endParaRPr lang="de-DE" sz="1000" b="1" i="1" baseline="-25000" dirty="0">
              <a:solidFill>
                <a:schemeClr val="accent6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EC7C03D-4299-0B9A-866B-54DD79A95D3F}"/>
              </a:ext>
            </a:extLst>
          </p:cNvPr>
          <p:cNvSpPr txBox="1"/>
          <p:nvPr/>
        </p:nvSpPr>
        <p:spPr>
          <a:xfrm>
            <a:off x="4670528" y="1351528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accent6"/>
                </a:solidFill>
              </a:rPr>
              <a:t>(X, Y, Z)</a:t>
            </a:r>
            <a:r>
              <a:rPr lang="de-DE" sz="800" b="1" i="1" baseline="-25000" dirty="0">
                <a:solidFill>
                  <a:schemeClr val="accent6"/>
                </a:solidFill>
              </a:rPr>
              <a:t>GE</a:t>
            </a:r>
            <a:endParaRPr lang="de-DE" sz="1000" b="1" i="1" baseline="-25000" dirty="0">
              <a:solidFill>
                <a:schemeClr val="accent6"/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44CD658-1637-CC0A-6CDF-6EB325C179A9}"/>
              </a:ext>
            </a:extLst>
          </p:cNvPr>
          <p:cNvSpPr txBox="1"/>
          <p:nvPr/>
        </p:nvSpPr>
        <p:spPr>
          <a:xfrm>
            <a:off x="5780447" y="1855580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accent6"/>
                </a:solidFill>
              </a:rPr>
              <a:t>(RA, DEC)</a:t>
            </a:r>
            <a:r>
              <a:rPr lang="de-DE" sz="800" b="1" i="1" baseline="-25000" dirty="0">
                <a:solidFill>
                  <a:schemeClr val="accent6"/>
                </a:solidFill>
              </a:rPr>
              <a:t>GA</a:t>
            </a:r>
            <a:endParaRPr lang="de-DE" sz="1000" b="1" i="1" baseline="-25000" dirty="0">
              <a:solidFill>
                <a:schemeClr val="accent6"/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25189BFD-FB02-C5AE-CB56-C58B38653195}"/>
              </a:ext>
            </a:extLst>
          </p:cNvPr>
          <p:cNvSpPr txBox="1"/>
          <p:nvPr/>
        </p:nvSpPr>
        <p:spPr>
          <a:xfrm>
            <a:off x="5880162" y="2709074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accent6"/>
                </a:solidFill>
              </a:rPr>
              <a:t>(AZ, ALT)</a:t>
            </a:r>
            <a:r>
              <a:rPr lang="de-DE" sz="800" b="1" i="1" baseline="-25000" dirty="0">
                <a:solidFill>
                  <a:schemeClr val="accent6"/>
                </a:solidFill>
              </a:rPr>
              <a:t>TP</a:t>
            </a:r>
            <a:endParaRPr lang="de-DE" sz="1000" b="1" i="1" baseline="-25000" dirty="0">
              <a:solidFill>
                <a:schemeClr val="accent6"/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E117E531-79B6-0C5D-C52A-AF9ABCF0A42B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281931" y="1555451"/>
            <a:ext cx="0" cy="4874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AFB75C6A-FDCF-8467-A13D-CF0A341C4E27}"/>
              </a:ext>
            </a:extLst>
          </p:cNvPr>
          <p:cNvGrpSpPr/>
          <p:nvPr/>
        </p:nvGrpSpPr>
        <p:grpSpPr>
          <a:xfrm>
            <a:off x="8609885" y="254099"/>
            <a:ext cx="294969" cy="294969"/>
            <a:chOff x="7883954" y="1120130"/>
            <a:chExt cx="294969" cy="294969"/>
          </a:xfrm>
        </p:grpSpPr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30A92427-61DB-1851-C9D6-C590845FAD89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062F06F6-78E8-D4EA-3078-AFB6F318F1CA}"/>
                </a:ext>
              </a:extLst>
            </p:cNvPr>
            <p:cNvSpPr txBox="1"/>
            <p:nvPr/>
          </p:nvSpPr>
          <p:spPr>
            <a:xfrm>
              <a:off x="7898228" y="1136257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0BF472D7-E488-68BA-7BB5-28369AF8DB0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26360" y="1028401"/>
            <a:ext cx="0" cy="5452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9C841781-4E5E-B10D-FF3D-C4BA66FB461C}"/>
              </a:ext>
            </a:extLst>
          </p:cNvPr>
          <p:cNvSpPr txBox="1"/>
          <p:nvPr/>
        </p:nvSpPr>
        <p:spPr>
          <a:xfrm>
            <a:off x="2443160" y="2716259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accent6"/>
                </a:solidFill>
              </a:rPr>
              <a:t>(X, Y, Z)</a:t>
            </a:r>
            <a:r>
              <a:rPr lang="de-DE" sz="800" b="1" i="1" baseline="-25000" dirty="0">
                <a:solidFill>
                  <a:schemeClr val="accent6"/>
                </a:solidFill>
              </a:rPr>
              <a:t>HE</a:t>
            </a:r>
            <a:endParaRPr lang="de-DE" sz="1000" b="1" i="1" baseline="-25000" dirty="0">
              <a:solidFill>
                <a:schemeClr val="accent6"/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7EFE3A47-AD35-F03E-8DD6-B3BCF01B476C}"/>
              </a:ext>
            </a:extLst>
          </p:cNvPr>
          <p:cNvSpPr txBox="1"/>
          <p:nvPr/>
        </p:nvSpPr>
        <p:spPr>
          <a:xfrm>
            <a:off x="3555724" y="271626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accent6"/>
                </a:solidFill>
              </a:rPr>
              <a:t>(X, Y, Z)</a:t>
            </a:r>
            <a:r>
              <a:rPr lang="de-DE" sz="800" b="1" i="1" baseline="-25000" dirty="0">
                <a:solidFill>
                  <a:schemeClr val="accent6"/>
                </a:solidFill>
              </a:rPr>
              <a:t>GE</a:t>
            </a:r>
            <a:endParaRPr lang="de-DE" sz="1000" b="1" i="1" baseline="-25000" dirty="0">
              <a:solidFill>
                <a:schemeClr val="accent6"/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812A89B7-D6A9-0286-56CA-D32DB034FD25}"/>
              </a:ext>
            </a:extLst>
          </p:cNvPr>
          <p:cNvSpPr txBox="1"/>
          <p:nvPr/>
        </p:nvSpPr>
        <p:spPr>
          <a:xfrm>
            <a:off x="4642363" y="2712310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accent6"/>
                </a:solidFill>
              </a:rPr>
              <a:t>(RA, DEC)</a:t>
            </a:r>
            <a:r>
              <a:rPr lang="de-DE" sz="800" b="1" i="1" baseline="-25000" dirty="0">
                <a:solidFill>
                  <a:schemeClr val="accent6"/>
                </a:solidFill>
              </a:rPr>
              <a:t>GA</a:t>
            </a:r>
            <a:endParaRPr lang="de-DE" sz="1000" b="1" i="1" baseline="-25000" dirty="0">
              <a:solidFill>
                <a:schemeClr val="accent6"/>
              </a:solidFill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D846B8BD-89DD-1A6D-4EE8-61AAFAD360BF}"/>
              </a:ext>
            </a:extLst>
          </p:cNvPr>
          <p:cNvCxnSpPr>
            <a:cxnSpLocks/>
          </p:cNvCxnSpPr>
          <p:nvPr/>
        </p:nvCxnSpPr>
        <p:spPr>
          <a:xfrm>
            <a:off x="1799407" y="2709074"/>
            <a:ext cx="6575425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12B3148C-92EB-98E3-A5A6-3B8EE1023166}"/>
              </a:ext>
            </a:extLst>
          </p:cNvPr>
          <p:cNvCxnSpPr>
            <a:cxnSpLocks/>
          </p:cNvCxnSpPr>
          <p:nvPr/>
        </p:nvCxnSpPr>
        <p:spPr>
          <a:xfrm>
            <a:off x="1776256" y="3547274"/>
            <a:ext cx="6575425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C572A149-136E-3583-FC73-DAFEDECC966B}"/>
              </a:ext>
            </a:extLst>
          </p:cNvPr>
          <p:cNvCxnSpPr>
            <a:cxnSpLocks/>
          </p:cNvCxnSpPr>
          <p:nvPr/>
        </p:nvCxnSpPr>
        <p:spPr>
          <a:xfrm>
            <a:off x="1776256" y="4280699"/>
            <a:ext cx="6575425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95DFED29-9FF4-BC5C-C47F-02D35789FCBF}"/>
              </a:ext>
            </a:extLst>
          </p:cNvPr>
          <p:cNvCxnSpPr>
            <a:cxnSpLocks/>
          </p:cNvCxnSpPr>
          <p:nvPr/>
        </p:nvCxnSpPr>
        <p:spPr>
          <a:xfrm>
            <a:off x="1814358" y="5014124"/>
            <a:ext cx="6575425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97C6E9ED-F8C1-563B-7F1C-9DF6A8AD2B5A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431152" y="2050751"/>
            <a:ext cx="6350" cy="4430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CF8E0AB6-61D7-D483-442D-527194F9C865}"/>
              </a:ext>
            </a:extLst>
          </p:cNvPr>
          <p:cNvSpPr/>
          <p:nvPr/>
        </p:nvSpPr>
        <p:spPr>
          <a:xfrm>
            <a:off x="2267974" y="3019055"/>
            <a:ext cx="5743984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LightTime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4C5C12B-3292-735F-725D-C4790FC6EE29}"/>
              </a:ext>
            </a:extLst>
          </p:cNvPr>
          <p:cNvSpPr/>
          <p:nvPr/>
        </p:nvSpPr>
        <p:spPr>
          <a:xfrm>
            <a:off x="2267974" y="3743976"/>
            <a:ext cx="5743984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Aberration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5698E22E-4E67-F7C3-7166-9A7D638A6D52}"/>
              </a:ext>
            </a:extLst>
          </p:cNvPr>
          <p:cNvSpPr/>
          <p:nvPr/>
        </p:nvSpPr>
        <p:spPr>
          <a:xfrm>
            <a:off x="2267974" y="4455339"/>
            <a:ext cx="57439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Relativistic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(not </a:t>
            </a:r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covered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by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Horizons)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7A5525CC-0C18-895D-58D7-A443989094A2}"/>
              </a:ext>
            </a:extLst>
          </p:cNvPr>
          <p:cNvSpPr/>
          <p:nvPr/>
        </p:nvSpPr>
        <p:spPr>
          <a:xfrm>
            <a:off x="2267974" y="5210825"/>
            <a:ext cx="57439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Parallax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(not </a:t>
            </a:r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covered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by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Horizons)</a:t>
            </a:r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708690D7-E5FC-19F0-65E5-77267AB4CBD7}"/>
              </a:ext>
            </a:extLst>
          </p:cNvPr>
          <p:cNvSpPr/>
          <p:nvPr/>
        </p:nvSpPr>
        <p:spPr>
          <a:xfrm>
            <a:off x="2267974" y="5877586"/>
            <a:ext cx="57439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Refraction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(not </a:t>
            </a:r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covered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by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Horizons)</a:t>
            </a:r>
          </a:p>
        </p:txBody>
      </p: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66C2E730-C52A-7119-0D77-1AA00357E75A}"/>
              </a:ext>
            </a:extLst>
          </p:cNvPr>
          <p:cNvCxnSpPr>
            <a:cxnSpLocks/>
          </p:cNvCxnSpPr>
          <p:nvPr/>
        </p:nvCxnSpPr>
        <p:spPr>
          <a:xfrm>
            <a:off x="1776256" y="5728499"/>
            <a:ext cx="6575425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feld 102">
            <a:extLst>
              <a:ext uri="{FF2B5EF4-FFF2-40B4-BE49-F238E27FC236}">
                <a16:creationId xmlns:a16="http://schemas.microsoft.com/office/drawing/2014/main" id="{D42E43B4-31C5-1968-A0F8-13A22641333C}"/>
              </a:ext>
            </a:extLst>
          </p:cNvPr>
          <p:cNvSpPr txBox="1"/>
          <p:nvPr/>
        </p:nvSpPr>
        <p:spPr>
          <a:xfrm>
            <a:off x="1491655" y="302503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L1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972BDDB8-00F5-8BED-D6BA-AC1C4CB6FA54}"/>
              </a:ext>
            </a:extLst>
          </p:cNvPr>
          <p:cNvSpPr txBox="1"/>
          <p:nvPr/>
        </p:nvSpPr>
        <p:spPr>
          <a:xfrm>
            <a:off x="1464603" y="380517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L2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B5C76A03-C3E2-27F2-1317-24C54ADC4D34}"/>
              </a:ext>
            </a:extLst>
          </p:cNvPr>
          <p:cNvSpPr txBox="1"/>
          <p:nvPr/>
        </p:nvSpPr>
        <p:spPr>
          <a:xfrm>
            <a:off x="1432379" y="4485904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L3</a:t>
            </a: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73BAF3A5-5AA6-2249-41A4-D9B6A9B8EB17}"/>
              </a:ext>
            </a:extLst>
          </p:cNvPr>
          <p:cNvSpPr txBox="1"/>
          <p:nvPr/>
        </p:nvSpPr>
        <p:spPr>
          <a:xfrm>
            <a:off x="1463505" y="518664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L4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D91AEB57-6A76-5A02-D886-8F989270D8D0}"/>
              </a:ext>
            </a:extLst>
          </p:cNvPr>
          <p:cNvSpPr txBox="1"/>
          <p:nvPr/>
        </p:nvSpPr>
        <p:spPr>
          <a:xfrm>
            <a:off x="1463505" y="5952753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L5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31BAE554-BF52-AFB8-A62D-083D68E06F3D}"/>
              </a:ext>
            </a:extLst>
          </p:cNvPr>
          <p:cNvSpPr txBox="1"/>
          <p:nvPr/>
        </p:nvSpPr>
        <p:spPr>
          <a:xfrm>
            <a:off x="2701296" y="1787840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98F7FCFF-68C0-91FE-8959-D4E48A7BCC48}"/>
              </a:ext>
            </a:extLst>
          </p:cNvPr>
          <p:cNvSpPr txBox="1"/>
          <p:nvPr/>
        </p:nvSpPr>
        <p:spPr>
          <a:xfrm>
            <a:off x="3887056" y="2073045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501E478B-CE2A-4023-10C2-7C59AB5C771F}"/>
              </a:ext>
            </a:extLst>
          </p:cNvPr>
          <p:cNvSpPr txBox="1"/>
          <p:nvPr/>
        </p:nvSpPr>
        <p:spPr>
          <a:xfrm>
            <a:off x="5041279" y="2298698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RADEC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2C1CFBE7-7222-2477-9741-30226781D975}"/>
              </a:ext>
            </a:extLst>
          </p:cNvPr>
          <p:cNvSpPr txBox="1"/>
          <p:nvPr/>
        </p:nvSpPr>
        <p:spPr>
          <a:xfrm>
            <a:off x="6521432" y="2612933"/>
            <a:ext cx="545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ALTAZ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39931D91-3B6B-C34B-358E-8DC3F2595108}"/>
              </a:ext>
            </a:extLst>
          </p:cNvPr>
          <p:cNvSpPr txBox="1"/>
          <p:nvPr/>
        </p:nvSpPr>
        <p:spPr>
          <a:xfrm>
            <a:off x="4546303" y="111474"/>
            <a:ext cx="26677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EPHEM-TYPE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EPHEM-TYPE = { VECTORS, RADEC, ALTAZ 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INSTRUMENT DIMENSION</a:t>
            </a: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375AAF4C-BC76-531A-3F91-3A4C71DDDD4E}"/>
              </a:ext>
            </a:extLst>
          </p:cNvPr>
          <p:cNvCxnSpPr/>
          <p:nvPr/>
        </p:nvCxnSpPr>
        <p:spPr>
          <a:xfrm>
            <a:off x="4281930" y="511584"/>
            <a:ext cx="34618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5E7134AC-CF4C-DE6D-64B8-322420A38196}"/>
              </a:ext>
            </a:extLst>
          </p:cNvPr>
          <p:cNvSpPr txBox="1"/>
          <p:nvPr/>
        </p:nvSpPr>
        <p:spPr>
          <a:xfrm rot="16200000">
            <a:off x="-394115" y="3481119"/>
            <a:ext cx="21980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VECTOR_CORR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= { NONE, LT, LT+S}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LEVEL DIMENSION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E0C0A1F6-D494-3C84-C55F-942C27F6F30A}"/>
              </a:ext>
            </a:extLst>
          </p:cNvPr>
          <p:cNvCxnSpPr>
            <a:cxnSpLocks/>
          </p:cNvCxnSpPr>
          <p:nvPr/>
        </p:nvCxnSpPr>
        <p:spPr>
          <a:xfrm>
            <a:off x="765948" y="2644215"/>
            <a:ext cx="0" cy="2838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feld 117">
            <a:extLst>
              <a:ext uri="{FF2B5EF4-FFF2-40B4-BE49-F238E27FC236}">
                <a16:creationId xmlns:a16="http://schemas.microsoft.com/office/drawing/2014/main" id="{A294C4C7-93D7-DE7B-E526-D2C99060BE6C}"/>
              </a:ext>
            </a:extLst>
          </p:cNvPr>
          <p:cNvSpPr txBox="1"/>
          <p:nvPr/>
        </p:nvSpPr>
        <p:spPr>
          <a:xfrm>
            <a:off x="8917983" y="216917"/>
            <a:ext cx="15167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10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EPHEM-TYPE=VECTORS</a:t>
            </a:r>
          </a:p>
        </p:txBody>
      </p: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61881BBF-1861-7F84-87D8-D7B84BF1C64C}"/>
              </a:ext>
            </a:extLst>
          </p:cNvPr>
          <p:cNvGrpSpPr/>
          <p:nvPr/>
        </p:nvGrpSpPr>
        <p:grpSpPr>
          <a:xfrm>
            <a:off x="2874560" y="2077588"/>
            <a:ext cx="308098" cy="369332"/>
            <a:chOff x="7877175" y="1094810"/>
            <a:chExt cx="308098" cy="369332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36823E81-FC25-96EE-0506-059BE1A04B89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2AC02CA2-D874-8599-E885-3C2AEADFB85E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1677F174-3149-3BA5-0AC8-03D6C9E3D754}"/>
              </a:ext>
            </a:extLst>
          </p:cNvPr>
          <p:cNvGrpSpPr/>
          <p:nvPr/>
        </p:nvGrpSpPr>
        <p:grpSpPr>
          <a:xfrm>
            <a:off x="4152834" y="2277375"/>
            <a:ext cx="308098" cy="369332"/>
            <a:chOff x="7877175" y="1094810"/>
            <a:chExt cx="308098" cy="369332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B99DBF66-E087-9D07-5D78-984002D5C41B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5AD599A3-62AF-9718-1906-59AB483A4B07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BE33427D-AB13-B974-9262-7E19BE271DD8}"/>
              </a:ext>
            </a:extLst>
          </p:cNvPr>
          <p:cNvGrpSpPr/>
          <p:nvPr/>
        </p:nvGrpSpPr>
        <p:grpSpPr>
          <a:xfrm>
            <a:off x="8609885" y="770513"/>
            <a:ext cx="294969" cy="294969"/>
            <a:chOff x="7883954" y="1120130"/>
            <a:chExt cx="294969" cy="294969"/>
          </a:xfrm>
        </p:grpSpPr>
        <p:sp>
          <p:nvSpPr>
            <p:cNvPr id="126" name="Ellipse 125">
              <a:extLst>
                <a:ext uri="{FF2B5EF4-FFF2-40B4-BE49-F238E27FC236}">
                  <a16:creationId xmlns:a16="http://schemas.microsoft.com/office/drawing/2014/main" id="{19F2633E-B370-FB0A-6DB1-0F791D0E2101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27" name="Textfeld 126">
              <a:extLst>
                <a:ext uri="{FF2B5EF4-FFF2-40B4-BE49-F238E27FC236}">
                  <a16:creationId xmlns:a16="http://schemas.microsoft.com/office/drawing/2014/main" id="{0DC08204-A1E3-652C-6418-318BF27D4D72}"/>
                </a:ext>
              </a:extLst>
            </p:cNvPr>
            <p:cNvSpPr txBox="1"/>
            <p:nvPr/>
          </p:nvSpPr>
          <p:spPr>
            <a:xfrm>
              <a:off x="7898228" y="1126325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128" name="Textfeld 127">
            <a:extLst>
              <a:ext uri="{FF2B5EF4-FFF2-40B4-BE49-F238E27FC236}">
                <a16:creationId xmlns:a16="http://schemas.microsoft.com/office/drawing/2014/main" id="{7074EC91-5F45-576F-8FF0-C8012D3C0D5D}"/>
              </a:ext>
            </a:extLst>
          </p:cNvPr>
          <p:cNvSpPr txBox="1"/>
          <p:nvPr/>
        </p:nvSpPr>
        <p:spPr>
          <a:xfrm>
            <a:off x="8917983" y="733331"/>
            <a:ext cx="15167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1000" dirty="0">
                <a:solidFill>
                  <a:srgbClr val="FF0000"/>
                </a:solidFill>
              </a:rPr>
              <a:t>500@399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EPHEM-TYPE=VECTORS</a:t>
            </a:r>
          </a:p>
        </p:txBody>
      </p: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541A2522-CC14-038D-D3A1-60FF7F40D504}"/>
              </a:ext>
            </a:extLst>
          </p:cNvPr>
          <p:cNvGrpSpPr/>
          <p:nvPr/>
        </p:nvGrpSpPr>
        <p:grpSpPr>
          <a:xfrm>
            <a:off x="5258416" y="2467677"/>
            <a:ext cx="308098" cy="369332"/>
            <a:chOff x="7877175" y="1094810"/>
            <a:chExt cx="308098" cy="369332"/>
          </a:xfrm>
        </p:grpSpPr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6E706612-9442-4FC5-595F-951222FF4C16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Textfeld 130">
              <a:extLst>
                <a:ext uri="{FF2B5EF4-FFF2-40B4-BE49-F238E27FC236}">
                  <a16:creationId xmlns:a16="http://schemas.microsoft.com/office/drawing/2014/main" id="{C99553E6-2015-E408-CF2B-C3A8751F1C9D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CD566ABA-0A19-635F-BC85-C08469ACFDF6}"/>
              </a:ext>
            </a:extLst>
          </p:cNvPr>
          <p:cNvGrpSpPr/>
          <p:nvPr/>
        </p:nvGrpSpPr>
        <p:grpSpPr>
          <a:xfrm>
            <a:off x="8609885" y="1304775"/>
            <a:ext cx="294969" cy="294969"/>
            <a:chOff x="7883954" y="1120130"/>
            <a:chExt cx="294969" cy="294969"/>
          </a:xfrm>
        </p:grpSpPr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857527E9-3E3B-032A-B0FB-BA79A1232955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34" name="Textfeld 133">
              <a:extLst>
                <a:ext uri="{FF2B5EF4-FFF2-40B4-BE49-F238E27FC236}">
                  <a16:creationId xmlns:a16="http://schemas.microsoft.com/office/drawing/2014/main" id="{8265C341-E0D2-4E08-1395-6BEA352C4878}"/>
                </a:ext>
              </a:extLst>
            </p:cNvPr>
            <p:cNvSpPr txBox="1"/>
            <p:nvPr/>
          </p:nvSpPr>
          <p:spPr>
            <a:xfrm>
              <a:off x="7898228" y="1129114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sp>
        <p:nvSpPr>
          <p:cNvPr id="135" name="Textfeld 134">
            <a:extLst>
              <a:ext uri="{FF2B5EF4-FFF2-40B4-BE49-F238E27FC236}">
                <a16:creationId xmlns:a16="http://schemas.microsoft.com/office/drawing/2014/main" id="{D504B9D9-D8E4-4FFB-B994-1077E481AB0C}"/>
              </a:ext>
            </a:extLst>
          </p:cNvPr>
          <p:cNvSpPr txBox="1"/>
          <p:nvPr/>
        </p:nvSpPr>
        <p:spPr>
          <a:xfrm>
            <a:off x="8917983" y="1267593"/>
            <a:ext cx="1460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EPHEM-TYPE=RADEC</a:t>
            </a:r>
          </a:p>
        </p:txBody>
      </p: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9D8D6351-AFDC-0C9D-8F78-D2E2A271C506}"/>
              </a:ext>
            </a:extLst>
          </p:cNvPr>
          <p:cNvGrpSpPr/>
          <p:nvPr/>
        </p:nvGrpSpPr>
        <p:grpSpPr>
          <a:xfrm>
            <a:off x="8612333" y="1830772"/>
            <a:ext cx="294969" cy="294969"/>
            <a:chOff x="7883954" y="1120130"/>
            <a:chExt cx="294969" cy="294969"/>
          </a:xfrm>
        </p:grpSpPr>
        <p:sp>
          <p:nvSpPr>
            <p:cNvPr id="137" name="Ellipse 136">
              <a:extLst>
                <a:ext uri="{FF2B5EF4-FFF2-40B4-BE49-F238E27FC236}">
                  <a16:creationId xmlns:a16="http://schemas.microsoft.com/office/drawing/2014/main" id="{6BAE87BA-59EA-2266-972C-7564B20CD698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E3AEBCC1-DDE4-1B92-7AEC-217A17565805}"/>
                </a:ext>
              </a:extLst>
            </p:cNvPr>
            <p:cNvSpPr txBox="1"/>
            <p:nvPr/>
          </p:nvSpPr>
          <p:spPr>
            <a:xfrm>
              <a:off x="7895110" y="1129114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139" name="Textfeld 138">
            <a:extLst>
              <a:ext uri="{FF2B5EF4-FFF2-40B4-BE49-F238E27FC236}">
                <a16:creationId xmlns:a16="http://schemas.microsoft.com/office/drawing/2014/main" id="{8494BE13-51A5-DDA0-4FBF-C19A61BAE508}"/>
              </a:ext>
            </a:extLst>
          </p:cNvPr>
          <p:cNvSpPr txBox="1"/>
          <p:nvPr/>
        </p:nvSpPr>
        <p:spPr>
          <a:xfrm>
            <a:off x="8920431" y="1793590"/>
            <a:ext cx="1460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EPHEM-TYPE=ALTAZ</a:t>
            </a:r>
          </a:p>
        </p:txBody>
      </p: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F46502F1-3C11-8554-D1BB-3BA399BFC446}"/>
              </a:ext>
            </a:extLst>
          </p:cNvPr>
          <p:cNvGrpSpPr/>
          <p:nvPr/>
        </p:nvGrpSpPr>
        <p:grpSpPr>
          <a:xfrm>
            <a:off x="6586398" y="2757936"/>
            <a:ext cx="308098" cy="369332"/>
            <a:chOff x="7877175" y="1094810"/>
            <a:chExt cx="308098" cy="369332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69E3298F-FF8D-08BD-693B-BBDBBD929010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2" name="Textfeld 141">
              <a:extLst>
                <a:ext uri="{FF2B5EF4-FFF2-40B4-BE49-F238E27FC236}">
                  <a16:creationId xmlns:a16="http://schemas.microsoft.com/office/drawing/2014/main" id="{5E660ECE-3DCA-EF74-D196-54AD67CF57CB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54EA72E7-638F-8966-4F71-5846DF7032B4}"/>
              </a:ext>
            </a:extLst>
          </p:cNvPr>
          <p:cNvGrpSpPr/>
          <p:nvPr/>
        </p:nvGrpSpPr>
        <p:grpSpPr>
          <a:xfrm>
            <a:off x="2827907" y="3423449"/>
            <a:ext cx="308098" cy="369332"/>
            <a:chOff x="7877175" y="1094810"/>
            <a:chExt cx="308098" cy="369332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C98232D1-A713-90F7-21C1-59820C0D8AD6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8E4A75DE-B297-BDE7-8C2B-5385AA114910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496F32A3-AEB6-DB47-FEBF-506A2C1855F5}"/>
              </a:ext>
            </a:extLst>
          </p:cNvPr>
          <p:cNvGrpSpPr/>
          <p:nvPr/>
        </p:nvGrpSpPr>
        <p:grpSpPr>
          <a:xfrm>
            <a:off x="8619413" y="2464223"/>
            <a:ext cx="294969" cy="294969"/>
            <a:chOff x="7883954" y="1120130"/>
            <a:chExt cx="294969" cy="294969"/>
          </a:xfrm>
        </p:grpSpPr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E468305F-3451-9F8C-F035-49A7FA63A0FF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48" name="Textfeld 147">
              <a:extLst>
                <a:ext uri="{FF2B5EF4-FFF2-40B4-BE49-F238E27FC236}">
                  <a16:creationId xmlns:a16="http://schemas.microsoft.com/office/drawing/2014/main" id="{A0A51CDE-182A-1550-4EE3-FA076B191396}"/>
                </a:ext>
              </a:extLst>
            </p:cNvPr>
            <p:cNvSpPr txBox="1"/>
            <p:nvPr/>
          </p:nvSpPr>
          <p:spPr>
            <a:xfrm>
              <a:off x="7895110" y="1129114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49" name="Textfeld 148">
            <a:extLst>
              <a:ext uri="{FF2B5EF4-FFF2-40B4-BE49-F238E27FC236}">
                <a16:creationId xmlns:a16="http://schemas.microsoft.com/office/drawing/2014/main" id="{7EC32231-0D8B-2373-BACD-51FD969357B4}"/>
              </a:ext>
            </a:extLst>
          </p:cNvPr>
          <p:cNvSpPr txBox="1"/>
          <p:nvPr/>
        </p:nvSpPr>
        <p:spPr>
          <a:xfrm>
            <a:off x="8927511" y="2427041"/>
            <a:ext cx="15167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VECTOR_CORR=LT</a:t>
            </a:r>
          </a:p>
          <a:p>
            <a:r>
              <a:rPr lang="de-DE" sz="10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EPHEM-TYPE=VECTORS</a:t>
            </a:r>
          </a:p>
        </p:txBody>
      </p:sp>
      <p:grpSp>
        <p:nvGrpSpPr>
          <p:cNvPr id="150" name="Gruppieren 149">
            <a:extLst>
              <a:ext uri="{FF2B5EF4-FFF2-40B4-BE49-F238E27FC236}">
                <a16:creationId xmlns:a16="http://schemas.microsoft.com/office/drawing/2014/main" id="{320835D0-3871-0D7B-57C9-177EAE08FE7C}"/>
              </a:ext>
            </a:extLst>
          </p:cNvPr>
          <p:cNvGrpSpPr/>
          <p:nvPr/>
        </p:nvGrpSpPr>
        <p:grpSpPr>
          <a:xfrm>
            <a:off x="8623538" y="2986521"/>
            <a:ext cx="294969" cy="294969"/>
            <a:chOff x="7883954" y="1120130"/>
            <a:chExt cx="294969" cy="294969"/>
          </a:xfrm>
        </p:grpSpPr>
        <p:sp>
          <p:nvSpPr>
            <p:cNvPr id="151" name="Ellipse 150">
              <a:extLst>
                <a:ext uri="{FF2B5EF4-FFF2-40B4-BE49-F238E27FC236}">
                  <a16:creationId xmlns:a16="http://schemas.microsoft.com/office/drawing/2014/main" id="{3D7D0311-51DF-41A2-46BA-914A76B24C69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52" name="Textfeld 151">
              <a:extLst>
                <a:ext uri="{FF2B5EF4-FFF2-40B4-BE49-F238E27FC236}">
                  <a16:creationId xmlns:a16="http://schemas.microsoft.com/office/drawing/2014/main" id="{AE23C9B9-EFFE-90CB-4312-4215A2AE0CCA}"/>
                </a:ext>
              </a:extLst>
            </p:cNvPr>
            <p:cNvSpPr txBox="1"/>
            <p:nvPr/>
          </p:nvSpPr>
          <p:spPr>
            <a:xfrm>
              <a:off x="7898228" y="1126325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153" name="Textfeld 152">
            <a:extLst>
              <a:ext uri="{FF2B5EF4-FFF2-40B4-BE49-F238E27FC236}">
                <a16:creationId xmlns:a16="http://schemas.microsoft.com/office/drawing/2014/main" id="{45B2C72B-F3EB-40C2-B443-538C2AA897D8}"/>
              </a:ext>
            </a:extLst>
          </p:cNvPr>
          <p:cNvSpPr txBox="1"/>
          <p:nvPr/>
        </p:nvSpPr>
        <p:spPr>
          <a:xfrm>
            <a:off x="8931636" y="2949339"/>
            <a:ext cx="15167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VECTOR_CORR=LT</a:t>
            </a:r>
          </a:p>
          <a:p>
            <a:r>
              <a:rPr lang="de-DE" sz="1000" dirty="0">
                <a:solidFill>
                  <a:srgbClr val="FF0000"/>
                </a:solidFill>
              </a:rPr>
              <a:t>500@399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EPHEM-TYPE=VECTORS</a:t>
            </a:r>
          </a:p>
        </p:txBody>
      </p: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FDB7D806-BFB6-E1C0-4E53-097A5CE22F38}"/>
              </a:ext>
            </a:extLst>
          </p:cNvPr>
          <p:cNvGrpSpPr/>
          <p:nvPr/>
        </p:nvGrpSpPr>
        <p:grpSpPr>
          <a:xfrm>
            <a:off x="8631158" y="3508718"/>
            <a:ext cx="294969" cy="294969"/>
            <a:chOff x="7883954" y="1120130"/>
            <a:chExt cx="294969" cy="294969"/>
          </a:xfrm>
        </p:grpSpPr>
        <p:sp>
          <p:nvSpPr>
            <p:cNvPr id="155" name="Ellipse 154">
              <a:extLst>
                <a:ext uri="{FF2B5EF4-FFF2-40B4-BE49-F238E27FC236}">
                  <a16:creationId xmlns:a16="http://schemas.microsoft.com/office/drawing/2014/main" id="{E677C02F-5C45-5D3C-9C84-FB2D853E7306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56" name="Textfeld 155">
              <a:extLst>
                <a:ext uri="{FF2B5EF4-FFF2-40B4-BE49-F238E27FC236}">
                  <a16:creationId xmlns:a16="http://schemas.microsoft.com/office/drawing/2014/main" id="{B3B43100-962F-D505-C8EE-287D2AAFCF69}"/>
                </a:ext>
              </a:extLst>
            </p:cNvPr>
            <p:cNvSpPr txBox="1"/>
            <p:nvPr/>
          </p:nvSpPr>
          <p:spPr>
            <a:xfrm>
              <a:off x="7898228" y="1129114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sp>
        <p:nvSpPr>
          <p:cNvPr id="157" name="Textfeld 156">
            <a:extLst>
              <a:ext uri="{FF2B5EF4-FFF2-40B4-BE49-F238E27FC236}">
                <a16:creationId xmlns:a16="http://schemas.microsoft.com/office/drawing/2014/main" id="{94E1D45A-96CC-D1C0-1662-6B4934E0FE33}"/>
              </a:ext>
            </a:extLst>
          </p:cNvPr>
          <p:cNvSpPr txBox="1"/>
          <p:nvPr/>
        </p:nvSpPr>
        <p:spPr>
          <a:xfrm>
            <a:off x="8939256" y="3471536"/>
            <a:ext cx="13773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VECTOR_CORR=LT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EPHEM-TYPE=RADEC</a:t>
            </a:r>
          </a:p>
        </p:txBody>
      </p: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51DFEAD5-5E48-407B-563C-10E3A8A09917}"/>
              </a:ext>
            </a:extLst>
          </p:cNvPr>
          <p:cNvGrpSpPr/>
          <p:nvPr/>
        </p:nvGrpSpPr>
        <p:grpSpPr>
          <a:xfrm>
            <a:off x="8637937" y="4058406"/>
            <a:ext cx="294969" cy="294969"/>
            <a:chOff x="7883954" y="1120130"/>
            <a:chExt cx="294969" cy="294969"/>
          </a:xfrm>
        </p:grpSpPr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23DE8392-BE46-972F-6531-8B1BAAC43929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60" name="Textfeld 159">
              <a:extLst>
                <a:ext uri="{FF2B5EF4-FFF2-40B4-BE49-F238E27FC236}">
                  <a16:creationId xmlns:a16="http://schemas.microsoft.com/office/drawing/2014/main" id="{7FCF00EB-408E-C2FD-73CB-16689A25DCD7}"/>
                </a:ext>
              </a:extLst>
            </p:cNvPr>
            <p:cNvSpPr txBox="1"/>
            <p:nvPr/>
          </p:nvSpPr>
          <p:spPr>
            <a:xfrm>
              <a:off x="7895110" y="1129114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61" name="Textfeld 160">
            <a:extLst>
              <a:ext uri="{FF2B5EF4-FFF2-40B4-BE49-F238E27FC236}">
                <a16:creationId xmlns:a16="http://schemas.microsoft.com/office/drawing/2014/main" id="{CFDD5381-EA74-0B1A-499E-3A1F0B66D0A7}"/>
              </a:ext>
            </a:extLst>
          </p:cNvPr>
          <p:cNvSpPr txBox="1"/>
          <p:nvPr/>
        </p:nvSpPr>
        <p:spPr>
          <a:xfrm>
            <a:off x="8946035" y="402122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VECTOR_CORR=LT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EPHEM-TYPE=ALTAZ</a:t>
            </a:r>
          </a:p>
        </p:txBody>
      </p: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2AE317C3-67CA-647F-724A-C3BF3D50AD39}"/>
              </a:ext>
            </a:extLst>
          </p:cNvPr>
          <p:cNvGrpSpPr/>
          <p:nvPr/>
        </p:nvGrpSpPr>
        <p:grpSpPr>
          <a:xfrm>
            <a:off x="4114533" y="3394368"/>
            <a:ext cx="308098" cy="369332"/>
            <a:chOff x="7877175" y="1094810"/>
            <a:chExt cx="308098" cy="369332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3774EB35-1B37-6F8A-4075-BC9518E75FA1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Textfeld 163">
              <a:extLst>
                <a:ext uri="{FF2B5EF4-FFF2-40B4-BE49-F238E27FC236}">
                  <a16:creationId xmlns:a16="http://schemas.microsoft.com/office/drawing/2014/main" id="{CA1B05C3-B3B8-D46C-573A-DDC0F6D58A98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166" name="Gruppieren 165">
            <a:extLst>
              <a:ext uri="{FF2B5EF4-FFF2-40B4-BE49-F238E27FC236}">
                <a16:creationId xmlns:a16="http://schemas.microsoft.com/office/drawing/2014/main" id="{25C98E2F-2DCB-01C9-2F37-6E4B6027FA9A}"/>
              </a:ext>
            </a:extLst>
          </p:cNvPr>
          <p:cNvGrpSpPr/>
          <p:nvPr/>
        </p:nvGrpSpPr>
        <p:grpSpPr>
          <a:xfrm>
            <a:off x="5283453" y="3374644"/>
            <a:ext cx="308098" cy="369332"/>
            <a:chOff x="7877175" y="1094810"/>
            <a:chExt cx="308098" cy="369332"/>
          </a:xfrm>
        </p:grpSpPr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A84FEA9A-875C-5DDC-587C-39615F54994E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Textfeld 167">
              <a:extLst>
                <a:ext uri="{FF2B5EF4-FFF2-40B4-BE49-F238E27FC236}">
                  <a16:creationId xmlns:a16="http://schemas.microsoft.com/office/drawing/2014/main" id="{C00F9595-79C1-351A-6530-585AD2AFF532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grpSp>
        <p:nvGrpSpPr>
          <p:cNvPr id="170" name="Gruppieren 169">
            <a:extLst>
              <a:ext uri="{FF2B5EF4-FFF2-40B4-BE49-F238E27FC236}">
                <a16:creationId xmlns:a16="http://schemas.microsoft.com/office/drawing/2014/main" id="{3909A1E8-FCC4-7AD4-0FCA-F9D361BE12D8}"/>
              </a:ext>
            </a:extLst>
          </p:cNvPr>
          <p:cNvGrpSpPr/>
          <p:nvPr/>
        </p:nvGrpSpPr>
        <p:grpSpPr>
          <a:xfrm>
            <a:off x="6458677" y="3384088"/>
            <a:ext cx="308098" cy="369332"/>
            <a:chOff x="7877175" y="1094810"/>
            <a:chExt cx="308098" cy="369332"/>
          </a:xfrm>
        </p:grpSpPr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E8D0588E-4C7C-A793-6B45-768F3EFC2205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Textfeld 171">
              <a:extLst>
                <a:ext uri="{FF2B5EF4-FFF2-40B4-BE49-F238E27FC236}">
                  <a16:creationId xmlns:a16="http://schemas.microsoft.com/office/drawing/2014/main" id="{2CA902D0-CC6B-7AF6-A53F-CCE8284947C1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grpSp>
        <p:nvGrpSpPr>
          <p:cNvPr id="173" name="Gruppieren 172">
            <a:extLst>
              <a:ext uri="{FF2B5EF4-FFF2-40B4-BE49-F238E27FC236}">
                <a16:creationId xmlns:a16="http://schemas.microsoft.com/office/drawing/2014/main" id="{837CFA06-6F5B-B234-806A-397CF976CCDE}"/>
              </a:ext>
            </a:extLst>
          </p:cNvPr>
          <p:cNvGrpSpPr/>
          <p:nvPr/>
        </p:nvGrpSpPr>
        <p:grpSpPr>
          <a:xfrm>
            <a:off x="2831086" y="4158951"/>
            <a:ext cx="308098" cy="369332"/>
            <a:chOff x="7877175" y="1094810"/>
            <a:chExt cx="308098" cy="369332"/>
          </a:xfrm>
        </p:grpSpPr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CB9F730F-832A-10E1-5C7F-FCCAFB602A38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Textfeld 174">
              <a:extLst>
                <a:ext uri="{FF2B5EF4-FFF2-40B4-BE49-F238E27FC236}">
                  <a16:creationId xmlns:a16="http://schemas.microsoft.com/office/drawing/2014/main" id="{4F3E9571-EC4E-430C-10D6-DBE2F1EC6ABF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F1B65E67-FC5F-D686-1652-68C14035FD82}"/>
              </a:ext>
            </a:extLst>
          </p:cNvPr>
          <p:cNvGrpSpPr/>
          <p:nvPr/>
        </p:nvGrpSpPr>
        <p:grpSpPr>
          <a:xfrm>
            <a:off x="4052818" y="4121811"/>
            <a:ext cx="431528" cy="369332"/>
            <a:chOff x="7821297" y="1094810"/>
            <a:chExt cx="431528" cy="369332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3A12E6F8-BDFC-5625-E129-0799F912AE47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Textfeld 177">
              <a:extLst>
                <a:ext uri="{FF2B5EF4-FFF2-40B4-BE49-F238E27FC236}">
                  <a16:creationId xmlns:a16="http://schemas.microsoft.com/office/drawing/2014/main" id="{3473A06C-1FAC-6808-D96D-0A825D625D01}"/>
                </a:ext>
              </a:extLst>
            </p:cNvPr>
            <p:cNvSpPr txBox="1"/>
            <p:nvPr/>
          </p:nvSpPr>
          <p:spPr>
            <a:xfrm>
              <a:off x="7821297" y="109481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179" name="Gruppieren 178">
            <a:extLst>
              <a:ext uri="{FF2B5EF4-FFF2-40B4-BE49-F238E27FC236}">
                <a16:creationId xmlns:a16="http://schemas.microsoft.com/office/drawing/2014/main" id="{413C7B06-A732-EDC8-0A2D-42DB1E432ADA}"/>
              </a:ext>
            </a:extLst>
          </p:cNvPr>
          <p:cNvGrpSpPr/>
          <p:nvPr/>
        </p:nvGrpSpPr>
        <p:grpSpPr>
          <a:xfrm>
            <a:off x="5221738" y="4108829"/>
            <a:ext cx="431528" cy="369332"/>
            <a:chOff x="7812281" y="1093493"/>
            <a:chExt cx="431528" cy="369332"/>
          </a:xfrm>
        </p:grpSpPr>
        <p:sp>
          <p:nvSpPr>
            <p:cNvPr id="180" name="Ellipse 179">
              <a:extLst>
                <a:ext uri="{FF2B5EF4-FFF2-40B4-BE49-F238E27FC236}">
                  <a16:creationId xmlns:a16="http://schemas.microsoft.com/office/drawing/2014/main" id="{721F7356-FD85-FCBB-1C9B-EC8D04374B6D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Textfeld 180">
              <a:extLst>
                <a:ext uri="{FF2B5EF4-FFF2-40B4-BE49-F238E27FC236}">
                  <a16:creationId xmlns:a16="http://schemas.microsoft.com/office/drawing/2014/main" id="{ECD89E2F-DAEC-1B49-3A0F-AC4619AAC9A6}"/>
                </a:ext>
              </a:extLst>
            </p:cNvPr>
            <p:cNvSpPr txBox="1"/>
            <p:nvPr/>
          </p:nvSpPr>
          <p:spPr>
            <a:xfrm>
              <a:off x="7812281" y="1093493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grpSp>
        <p:nvGrpSpPr>
          <p:cNvPr id="182" name="Gruppieren 181">
            <a:extLst>
              <a:ext uri="{FF2B5EF4-FFF2-40B4-BE49-F238E27FC236}">
                <a16:creationId xmlns:a16="http://schemas.microsoft.com/office/drawing/2014/main" id="{48EE2DCC-3D7E-5997-E5B4-9D3679BF5540}"/>
              </a:ext>
            </a:extLst>
          </p:cNvPr>
          <p:cNvGrpSpPr/>
          <p:nvPr/>
        </p:nvGrpSpPr>
        <p:grpSpPr>
          <a:xfrm>
            <a:off x="6387436" y="4126481"/>
            <a:ext cx="431528" cy="369332"/>
            <a:chOff x="7802755" y="1101701"/>
            <a:chExt cx="431528" cy="369332"/>
          </a:xfrm>
        </p:grpSpPr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74634FDD-1489-76D5-227B-F6E5E34B9271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Textfeld 183">
              <a:extLst>
                <a:ext uri="{FF2B5EF4-FFF2-40B4-BE49-F238E27FC236}">
                  <a16:creationId xmlns:a16="http://schemas.microsoft.com/office/drawing/2014/main" id="{BCA94729-209A-C113-9623-8608C622E85C}"/>
                </a:ext>
              </a:extLst>
            </p:cNvPr>
            <p:cNvSpPr txBox="1"/>
            <p:nvPr/>
          </p:nvSpPr>
          <p:spPr>
            <a:xfrm>
              <a:off x="7802755" y="1101701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12</a:t>
              </a:r>
            </a:p>
          </p:txBody>
        </p:sp>
      </p:grpSp>
      <p:grpSp>
        <p:nvGrpSpPr>
          <p:cNvPr id="185" name="Gruppieren 184">
            <a:extLst>
              <a:ext uri="{FF2B5EF4-FFF2-40B4-BE49-F238E27FC236}">
                <a16:creationId xmlns:a16="http://schemas.microsoft.com/office/drawing/2014/main" id="{B8E48498-176F-23C0-D731-0185BB6F0635}"/>
              </a:ext>
            </a:extLst>
          </p:cNvPr>
          <p:cNvGrpSpPr/>
          <p:nvPr/>
        </p:nvGrpSpPr>
        <p:grpSpPr>
          <a:xfrm>
            <a:off x="8638893" y="4719123"/>
            <a:ext cx="294969" cy="294969"/>
            <a:chOff x="7883954" y="1120130"/>
            <a:chExt cx="294969" cy="294969"/>
          </a:xfrm>
        </p:grpSpPr>
        <p:sp>
          <p:nvSpPr>
            <p:cNvPr id="186" name="Ellipse 185">
              <a:extLst>
                <a:ext uri="{FF2B5EF4-FFF2-40B4-BE49-F238E27FC236}">
                  <a16:creationId xmlns:a16="http://schemas.microsoft.com/office/drawing/2014/main" id="{112EB712-F623-9DCA-3D6C-A41C7CE78EB7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87" name="Textfeld 186">
              <a:extLst>
                <a:ext uri="{FF2B5EF4-FFF2-40B4-BE49-F238E27FC236}">
                  <a16:creationId xmlns:a16="http://schemas.microsoft.com/office/drawing/2014/main" id="{B9DF4B28-238D-5BA9-5DD3-1C0DD6F655F5}"/>
                </a:ext>
              </a:extLst>
            </p:cNvPr>
            <p:cNvSpPr txBox="1"/>
            <p:nvPr/>
          </p:nvSpPr>
          <p:spPr>
            <a:xfrm>
              <a:off x="7895110" y="1129114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BD7B5E3C-3F8A-CE7C-C7FE-B095302ED6C3}"/>
              </a:ext>
            </a:extLst>
          </p:cNvPr>
          <p:cNvSpPr txBox="1"/>
          <p:nvPr/>
        </p:nvSpPr>
        <p:spPr>
          <a:xfrm>
            <a:off x="8946991" y="4681941"/>
            <a:ext cx="15167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VECTOR_CORR=LT+S</a:t>
            </a:r>
          </a:p>
          <a:p>
            <a:r>
              <a:rPr lang="de-DE" sz="10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EPHEM-TYPE=VECTORS</a:t>
            </a:r>
          </a:p>
        </p:txBody>
      </p:sp>
      <p:grpSp>
        <p:nvGrpSpPr>
          <p:cNvPr id="189" name="Gruppieren 188">
            <a:extLst>
              <a:ext uri="{FF2B5EF4-FFF2-40B4-BE49-F238E27FC236}">
                <a16:creationId xmlns:a16="http://schemas.microsoft.com/office/drawing/2014/main" id="{921FB248-A4F6-C351-4001-3E1F5BA056B9}"/>
              </a:ext>
            </a:extLst>
          </p:cNvPr>
          <p:cNvGrpSpPr/>
          <p:nvPr/>
        </p:nvGrpSpPr>
        <p:grpSpPr>
          <a:xfrm>
            <a:off x="8614314" y="5241421"/>
            <a:ext cx="348172" cy="294969"/>
            <a:chOff x="7855250" y="1120130"/>
            <a:chExt cx="348172" cy="294969"/>
          </a:xfrm>
        </p:grpSpPr>
        <p:sp>
          <p:nvSpPr>
            <p:cNvPr id="190" name="Ellipse 189">
              <a:extLst>
                <a:ext uri="{FF2B5EF4-FFF2-40B4-BE49-F238E27FC236}">
                  <a16:creationId xmlns:a16="http://schemas.microsoft.com/office/drawing/2014/main" id="{8D53FA71-A98F-9B5A-4561-59544725055E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91" name="Textfeld 190">
              <a:extLst>
                <a:ext uri="{FF2B5EF4-FFF2-40B4-BE49-F238E27FC236}">
                  <a16:creationId xmlns:a16="http://schemas.microsoft.com/office/drawing/2014/main" id="{3B5EB498-62E1-3AE8-C309-0FC4BE3D2319}"/>
                </a:ext>
              </a:extLst>
            </p:cNvPr>
            <p:cNvSpPr txBox="1"/>
            <p:nvPr/>
          </p:nvSpPr>
          <p:spPr>
            <a:xfrm>
              <a:off x="7855250" y="1127946"/>
              <a:ext cx="3481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sp>
        <p:nvSpPr>
          <p:cNvPr id="192" name="Textfeld 191">
            <a:extLst>
              <a:ext uri="{FF2B5EF4-FFF2-40B4-BE49-F238E27FC236}">
                <a16:creationId xmlns:a16="http://schemas.microsoft.com/office/drawing/2014/main" id="{604085D3-3496-8B30-C620-056FCF3392CF}"/>
              </a:ext>
            </a:extLst>
          </p:cNvPr>
          <p:cNvSpPr txBox="1"/>
          <p:nvPr/>
        </p:nvSpPr>
        <p:spPr>
          <a:xfrm>
            <a:off x="8951116" y="5204239"/>
            <a:ext cx="15167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VECTOR_CORR=LT+S</a:t>
            </a:r>
          </a:p>
          <a:p>
            <a:r>
              <a:rPr lang="de-DE" sz="1000" dirty="0">
                <a:solidFill>
                  <a:srgbClr val="FF0000"/>
                </a:solidFill>
              </a:rPr>
              <a:t>500@399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EPHEM-TYPE=VECTORS</a:t>
            </a:r>
          </a:p>
        </p:txBody>
      </p:sp>
      <p:grpSp>
        <p:nvGrpSpPr>
          <p:cNvPr id="193" name="Gruppieren 192">
            <a:extLst>
              <a:ext uri="{FF2B5EF4-FFF2-40B4-BE49-F238E27FC236}">
                <a16:creationId xmlns:a16="http://schemas.microsoft.com/office/drawing/2014/main" id="{D794CAAA-2D6B-0FA2-1F71-424CD52A26D3}"/>
              </a:ext>
            </a:extLst>
          </p:cNvPr>
          <p:cNvGrpSpPr/>
          <p:nvPr/>
        </p:nvGrpSpPr>
        <p:grpSpPr>
          <a:xfrm>
            <a:off x="8631471" y="5794098"/>
            <a:ext cx="348172" cy="294969"/>
            <a:chOff x="7872407" y="1120130"/>
            <a:chExt cx="348172" cy="294969"/>
          </a:xfrm>
        </p:grpSpPr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A1C63588-A4C6-65E6-59C9-50D491C54765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95" name="Textfeld 194">
              <a:extLst>
                <a:ext uri="{FF2B5EF4-FFF2-40B4-BE49-F238E27FC236}">
                  <a16:creationId xmlns:a16="http://schemas.microsoft.com/office/drawing/2014/main" id="{9E2C3845-5124-7E15-A4EB-9DA738011D7F}"/>
                </a:ext>
              </a:extLst>
            </p:cNvPr>
            <p:cNvSpPr txBox="1"/>
            <p:nvPr/>
          </p:nvSpPr>
          <p:spPr>
            <a:xfrm>
              <a:off x="7872407" y="1127109"/>
              <a:ext cx="3481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sp>
        <p:nvSpPr>
          <p:cNvPr id="196" name="Textfeld 195">
            <a:extLst>
              <a:ext uri="{FF2B5EF4-FFF2-40B4-BE49-F238E27FC236}">
                <a16:creationId xmlns:a16="http://schemas.microsoft.com/office/drawing/2014/main" id="{07E49E12-98DA-C5E7-42B2-FBB7E5124FC8}"/>
              </a:ext>
            </a:extLst>
          </p:cNvPr>
          <p:cNvSpPr txBox="1"/>
          <p:nvPr/>
        </p:nvSpPr>
        <p:spPr>
          <a:xfrm>
            <a:off x="8951116" y="5756916"/>
            <a:ext cx="13773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VECTOR_CORR=LT+S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EPHEM-TYPE=RADEC</a:t>
            </a:r>
          </a:p>
        </p:txBody>
      </p:sp>
      <p:grpSp>
        <p:nvGrpSpPr>
          <p:cNvPr id="197" name="Gruppieren 196">
            <a:extLst>
              <a:ext uri="{FF2B5EF4-FFF2-40B4-BE49-F238E27FC236}">
                <a16:creationId xmlns:a16="http://schemas.microsoft.com/office/drawing/2014/main" id="{2B034C7D-CF87-D3A2-9D0D-0B2A11BDA31C}"/>
              </a:ext>
            </a:extLst>
          </p:cNvPr>
          <p:cNvGrpSpPr/>
          <p:nvPr/>
        </p:nvGrpSpPr>
        <p:grpSpPr>
          <a:xfrm>
            <a:off x="8642484" y="6305686"/>
            <a:ext cx="348172" cy="294969"/>
            <a:chOff x="7876641" y="1120130"/>
            <a:chExt cx="348172" cy="294969"/>
          </a:xfrm>
        </p:grpSpPr>
        <p:sp>
          <p:nvSpPr>
            <p:cNvPr id="198" name="Ellipse 197">
              <a:extLst>
                <a:ext uri="{FF2B5EF4-FFF2-40B4-BE49-F238E27FC236}">
                  <a16:creationId xmlns:a16="http://schemas.microsoft.com/office/drawing/2014/main" id="{927B9514-8F19-2F20-BF4F-12827CEB40D5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/>
            </a:p>
          </p:txBody>
        </p:sp>
        <p:sp>
          <p:nvSpPr>
            <p:cNvPr id="199" name="Textfeld 198">
              <a:extLst>
                <a:ext uri="{FF2B5EF4-FFF2-40B4-BE49-F238E27FC236}">
                  <a16:creationId xmlns:a16="http://schemas.microsoft.com/office/drawing/2014/main" id="{61C0DA31-07C2-F131-8AEF-B2C2B5CD00EE}"/>
                </a:ext>
              </a:extLst>
            </p:cNvPr>
            <p:cNvSpPr txBox="1"/>
            <p:nvPr/>
          </p:nvSpPr>
          <p:spPr>
            <a:xfrm>
              <a:off x="7876641" y="1125459"/>
              <a:ext cx="3481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rgbClr val="FF0000"/>
                  </a:solidFill>
                </a:rPr>
                <a:t>12</a:t>
              </a:r>
            </a:p>
          </p:txBody>
        </p:sp>
      </p:grpSp>
      <p:sp>
        <p:nvSpPr>
          <p:cNvPr id="200" name="Textfeld 199">
            <a:extLst>
              <a:ext uri="{FF2B5EF4-FFF2-40B4-BE49-F238E27FC236}">
                <a16:creationId xmlns:a16="http://schemas.microsoft.com/office/drawing/2014/main" id="{EADC9B5B-6D68-13C0-B85C-23BBC3EAAAEE}"/>
              </a:ext>
            </a:extLst>
          </p:cNvPr>
          <p:cNvSpPr txBox="1"/>
          <p:nvPr/>
        </p:nvSpPr>
        <p:spPr>
          <a:xfrm>
            <a:off x="8957895" y="6268504"/>
            <a:ext cx="1382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VECTOR_CORR=LT+S</a:t>
            </a:r>
          </a:p>
          <a:p>
            <a:r>
              <a:rPr lang="de-DE" sz="1000" dirty="0">
                <a:solidFill>
                  <a:srgbClr val="FF0000"/>
                </a:solidFill>
              </a:rPr>
              <a:t>EPHEM-TYPE=ALTAZ</a:t>
            </a:r>
          </a:p>
        </p:txBody>
      </p:sp>
      <p:sp>
        <p:nvSpPr>
          <p:cNvPr id="201" name="Textfeld 200">
            <a:extLst>
              <a:ext uri="{FF2B5EF4-FFF2-40B4-BE49-F238E27FC236}">
                <a16:creationId xmlns:a16="http://schemas.microsoft.com/office/drawing/2014/main" id="{1BB94451-9E60-2CA4-A569-53339A85FD4B}"/>
              </a:ext>
            </a:extLst>
          </p:cNvPr>
          <p:cNvSpPr txBox="1"/>
          <p:nvPr/>
        </p:nvSpPr>
        <p:spPr>
          <a:xfrm>
            <a:off x="10475271" y="196559"/>
            <a:ext cx="10230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>
                <a:solidFill>
                  <a:schemeClr val="accent6"/>
                </a:solidFill>
              </a:rPr>
              <a:t>Helioecliptical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 err="1">
                <a:solidFill>
                  <a:schemeClr val="accent6"/>
                </a:solidFill>
              </a:rPr>
              <a:t>Heliocentric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L0: (X,Y,Z)</a:t>
            </a:r>
            <a:r>
              <a:rPr lang="de-DE" sz="1000" i="1" baseline="-25000" dirty="0">
                <a:solidFill>
                  <a:schemeClr val="accent6"/>
                </a:solidFill>
              </a:rPr>
              <a:t>HE,L0</a:t>
            </a:r>
          </a:p>
        </p:txBody>
      </p:sp>
      <p:sp>
        <p:nvSpPr>
          <p:cNvPr id="202" name="Textfeld 201">
            <a:extLst>
              <a:ext uri="{FF2B5EF4-FFF2-40B4-BE49-F238E27FC236}">
                <a16:creationId xmlns:a16="http://schemas.microsoft.com/office/drawing/2014/main" id="{0B5609B7-3E83-B947-CE02-1EF7ADF2994B}"/>
              </a:ext>
            </a:extLst>
          </p:cNvPr>
          <p:cNvSpPr txBox="1"/>
          <p:nvPr/>
        </p:nvSpPr>
        <p:spPr>
          <a:xfrm>
            <a:off x="1414500" y="214935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L0</a:t>
            </a:r>
          </a:p>
        </p:txBody>
      </p:sp>
      <p:sp>
        <p:nvSpPr>
          <p:cNvPr id="203" name="Textfeld 202">
            <a:extLst>
              <a:ext uri="{FF2B5EF4-FFF2-40B4-BE49-F238E27FC236}">
                <a16:creationId xmlns:a16="http://schemas.microsoft.com/office/drawing/2014/main" id="{827644C7-904E-A112-E9EC-55DF58B43061}"/>
              </a:ext>
            </a:extLst>
          </p:cNvPr>
          <p:cNvSpPr txBox="1"/>
          <p:nvPr/>
        </p:nvSpPr>
        <p:spPr>
          <a:xfrm>
            <a:off x="10475271" y="721102"/>
            <a:ext cx="9492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>
                <a:solidFill>
                  <a:schemeClr val="accent6"/>
                </a:solidFill>
              </a:rPr>
              <a:t>Geoecliptical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 err="1">
                <a:solidFill>
                  <a:schemeClr val="accent6"/>
                </a:solidFill>
              </a:rPr>
              <a:t>Geocentric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L0: (X,Y,Z)</a:t>
            </a:r>
            <a:r>
              <a:rPr lang="de-DE" sz="1000" i="1" baseline="-25000" dirty="0">
                <a:solidFill>
                  <a:schemeClr val="accent6"/>
                </a:solidFill>
              </a:rPr>
              <a:t>GE,L0</a:t>
            </a:r>
          </a:p>
        </p:txBody>
      </p:sp>
      <p:sp>
        <p:nvSpPr>
          <p:cNvPr id="204" name="Rechteck 203">
            <a:extLst>
              <a:ext uri="{FF2B5EF4-FFF2-40B4-BE49-F238E27FC236}">
                <a16:creationId xmlns:a16="http://schemas.microsoft.com/office/drawing/2014/main" id="{B940E12E-E60B-5284-E105-5C0F53486FC2}"/>
              </a:ext>
            </a:extLst>
          </p:cNvPr>
          <p:cNvSpPr/>
          <p:nvPr/>
        </p:nvSpPr>
        <p:spPr>
          <a:xfrm>
            <a:off x="8487931" y="204217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" name="Rechteck 204">
            <a:extLst>
              <a:ext uri="{FF2B5EF4-FFF2-40B4-BE49-F238E27FC236}">
                <a16:creationId xmlns:a16="http://schemas.microsoft.com/office/drawing/2014/main" id="{22EAACAD-7BF2-1310-BA81-91AE21535FB4}"/>
              </a:ext>
            </a:extLst>
          </p:cNvPr>
          <p:cNvSpPr/>
          <p:nvPr/>
        </p:nvSpPr>
        <p:spPr>
          <a:xfrm>
            <a:off x="8487930" y="731919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" name="Textfeld 205">
            <a:extLst>
              <a:ext uri="{FF2B5EF4-FFF2-40B4-BE49-F238E27FC236}">
                <a16:creationId xmlns:a16="http://schemas.microsoft.com/office/drawing/2014/main" id="{562E41BC-4E93-386A-D33D-9655A7109D71}"/>
              </a:ext>
            </a:extLst>
          </p:cNvPr>
          <p:cNvSpPr txBox="1"/>
          <p:nvPr/>
        </p:nvSpPr>
        <p:spPr>
          <a:xfrm>
            <a:off x="10475270" y="1240128"/>
            <a:ext cx="11112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>
                <a:solidFill>
                  <a:schemeClr val="accent6"/>
                </a:solidFill>
              </a:rPr>
              <a:t>Geoequatorial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 err="1">
                <a:solidFill>
                  <a:schemeClr val="accent6"/>
                </a:solidFill>
              </a:rPr>
              <a:t>Geocentric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L0: (RA,DEC)</a:t>
            </a:r>
            <a:r>
              <a:rPr lang="de-DE" sz="1000" i="1" baseline="-25000" dirty="0">
                <a:solidFill>
                  <a:schemeClr val="accent6"/>
                </a:solidFill>
              </a:rPr>
              <a:t>GA,L0</a:t>
            </a:r>
          </a:p>
        </p:txBody>
      </p:sp>
      <p:sp>
        <p:nvSpPr>
          <p:cNvPr id="207" name="Rechteck 206">
            <a:extLst>
              <a:ext uri="{FF2B5EF4-FFF2-40B4-BE49-F238E27FC236}">
                <a16:creationId xmlns:a16="http://schemas.microsoft.com/office/drawing/2014/main" id="{5A49BC13-CD22-D1CD-C2E9-B6C01F1BE61E}"/>
              </a:ext>
            </a:extLst>
          </p:cNvPr>
          <p:cNvSpPr/>
          <p:nvPr/>
        </p:nvSpPr>
        <p:spPr>
          <a:xfrm>
            <a:off x="8487930" y="1258920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8" name="Textfeld 207">
            <a:extLst>
              <a:ext uri="{FF2B5EF4-FFF2-40B4-BE49-F238E27FC236}">
                <a16:creationId xmlns:a16="http://schemas.microsoft.com/office/drawing/2014/main" id="{478C4130-E545-92BC-E55B-04041B9B7439}"/>
              </a:ext>
            </a:extLst>
          </p:cNvPr>
          <p:cNvSpPr txBox="1"/>
          <p:nvPr/>
        </p:nvSpPr>
        <p:spPr>
          <a:xfrm>
            <a:off x="10475270" y="1749401"/>
            <a:ext cx="10342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>
                <a:solidFill>
                  <a:schemeClr val="accent6"/>
                </a:solidFill>
              </a:rPr>
              <a:t>Horizontal</a:t>
            </a:r>
          </a:p>
          <a:p>
            <a:r>
              <a:rPr lang="de-DE" sz="1000" i="1" dirty="0" err="1">
                <a:solidFill>
                  <a:schemeClr val="accent6"/>
                </a:solidFill>
              </a:rPr>
              <a:t>Topocentric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L0: (AZ,ALT)</a:t>
            </a:r>
            <a:r>
              <a:rPr lang="de-DE" sz="1000" i="1" baseline="-25000" dirty="0">
                <a:solidFill>
                  <a:schemeClr val="accent6"/>
                </a:solidFill>
              </a:rPr>
              <a:t>TP,L0</a:t>
            </a:r>
          </a:p>
        </p:txBody>
      </p:sp>
      <p:sp>
        <p:nvSpPr>
          <p:cNvPr id="209" name="Rechteck 208">
            <a:extLst>
              <a:ext uri="{FF2B5EF4-FFF2-40B4-BE49-F238E27FC236}">
                <a16:creationId xmlns:a16="http://schemas.microsoft.com/office/drawing/2014/main" id="{EDFE2EC8-705D-297D-DF35-EB848D075479}"/>
              </a:ext>
            </a:extLst>
          </p:cNvPr>
          <p:cNvSpPr/>
          <p:nvPr/>
        </p:nvSpPr>
        <p:spPr>
          <a:xfrm>
            <a:off x="8487929" y="1789284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F8AF2BA9-B4E3-B3C5-585A-22389D1CD87E}"/>
              </a:ext>
            </a:extLst>
          </p:cNvPr>
          <p:cNvSpPr/>
          <p:nvPr/>
        </p:nvSpPr>
        <p:spPr>
          <a:xfrm>
            <a:off x="8487929" y="2432589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1" name="Rechteck 210">
            <a:extLst>
              <a:ext uri="{FF2B5EF4-FFF2-40B4-BE49-F238E27FC236}">
                <a16:creationId xmlns:a16="http://schemas.microsoft.com/office/drawing/2014/main" id="{8ED4CAC1-ABF4-B789-9C19-90FEAE1C1168}"/>
              </a:ext>
            </a:extLst>
          </p:cNvPr>
          <p:cNvSpPr/>
          <p:nvPr/>
        </p:nvSpPr>
        <p:spPr>
          <a:xfrm>
            <a:off x="8487928" y="2960291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2" name="Rechteck 211">
            <a:extLst>
              <a:ext uri="{FF2B5EF4-FFF2-40B4-BE49-F238E27FC236}">
                <a16:creationId xmlns:a16="http://schemas.microsoft.com/office/drawing/2014/main" id="{D6756ECD-EAF3-3CA1-ABED-5F0E8E9062E8}"/>
              </a:ext>
            </a:extLst>
          </p:cNvPr>
          <p:cNvSpPr/>
          <p:nvPr/>
        </p:nvSpPr>
        <p:spPr>
          <a:xfrm>
            <a:off x="8487928" y="3487292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E95C332A-5CD1-7561-874A-29EBB703AB2B}"/>
              </a:ext>
            </a:extLst>
          </p:cNvPr>
          <p:cNvSpPr/>
          <p:nvPr/>
        </p:nvSpPr>
        <p:spPr>
          <a:xfrm>
            <a:off x="8487927" y="4017656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4" name="Textfeld 213">
            <a:extLst>
              <a:ext uri="{FF2B5EF4-FFF2-40B4-BE49-F238E27FC236}">
                <a16:creationId xmlns:a16="http://schemas.microsoft.com/office/drawing/2014/main" id="{8648E575-37C3-F7C7-8D6F-579B2D850126}"/>
              </a:ext>
            </a:extLst>
          </p:cNvPr>
          <p:cNvSpPr txBox="1"/>
          <p:nvPr/>
        </p:nvSpPr>
        <p:spPr>
          <a:xfrm>
            <a:off x="10486490" y="2403263"/>
            <a:ext cx="10230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>
                <a:solidFill>
                  <a:schemeClr val="accent6"/>
                </a:solidFill>
              </a:rPr>
              <a:t>Helioecliptical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 err="1">
                <a:solidFill>
                  <a:schemeClr val="accent6"/>
                </a:solidFill>
              </a:rPr>
              <a:t>Heliocentric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L1: (X,Y,Z)</a:t>
            </a:r>
            <a:r>
              <a:rPr lang="de-DE" sz="1000" i="1" baseline="-25000" dirty="0">
                <a:solidFill>
                  <a:schemeClr val="accent6"/>
                </a:solidFill>
              </a:rPr>
              <a:t>HE,L1</a:t>
            </a:r>
          </a:p>
        </p:txBody>
      </p:sp>
      <p:sp>
        <p:nvSpPr>
          <p:cNvPr id="215" name="Textfeld 214">
            <a:extLst>
              <a:ext uri="{FF2B5EF4-FFF2-40B4-BE49-F238E27FC236}">
                <a16:creationId xmlns:a16="http://schemas.microsoft.com/office/drawing/2014/main" id="{F6688215-573B-82CE-6319-622FF3E9DBA1}"/>
              </a:ext>
            </a:extLst>
          </p:cNvPr>
          <p:cNvSpPr txBox="1"/>
          <p:nvPr/>
        </p:nvSpPr>
        <p:spPr>
          <a:xfrm>
            <a:off x="10486490" y="2927806"/>
            <a:ext cx="9749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>
                <a:solidFill>
                  <a:schemeClr val="accent6"/>
                </a:solidFill>
              </a:rPr>
              <a:t>Geoecliptical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 err="1">
                <a:solidFill>
                  <a:schemeClr val="accent6"/>
                </a:solidFill>
              </a:rPr>
              <a:t>Geocentric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L1: (X,Y,Z)</a:t>
            </a:r>
            <a:r>
              <a:rPr lang="de-DE" sz="1000" i="1" baseline="-25000" dirty="0">
                <a:solidFill>
                  <a:schemeClr val="accent6"/>
                </a:solidFill>
              </a:rPr>
              <a:t>GE,L1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125A2EC5-02B1-ECC2-604C-BE5892F06519}"/>
              </a:ext>
            </a:extLst>
          </p:cNvPr>
          <p:cNvSpPr txBox="1"/>
          <p:nvPr/>
        </p:nvSpPr>
        <p:spPr>
          <a:xfrm>
            <a:off x="10486489" y="3446832"/>
            <a:ext cx="11112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>
                <a:solidFill>
                  <a:schemeClr val="accent6"/>
                </a:solidFill>
              </a:rPr>
              <a:t>Geoequatorial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 err="1">
                <a:solidFill>
                  <a:schemeClr val="accent6"/>
                </a:solidFill>
              </a:rPr>
              <a:t>Geocentric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L1: (RA,DEC)</a:t>
            </a:r>
            <a:r>
              <a:rPr lang="de-DE" sz="1000" i="1" baseline="-25000" dirty="0">
                <a:solidFill>
                  <a:schemeClr val="accent6"/>
                </a:solidFill>
              </a:rPr>
              <a:t>GA,L1</a:t>
            </a:r>
          </a:p>
        </p:txBody>
      </p:sp>
      <p:sp>
        <p:nvSpPr>
          <p:cNvPr id="217" name="Textfeld 216">
            <a:extLst>
              <a:ext uri="{FF2B5EF4-FFF2-40B4-BE49-F238E27FC236}">
                <a16:creationId xmlns:a16="http://schemas.microsoft.com/office/drawing/2014/main" id="{6239E1F8-2726-6D7D-CDAB-16E303345CAD}"/>
              </a:ext>
            </a:extLst>
          </p:cNvPr>
          <p:cNvSpPr txBox="1"/>
          <p:nvPr/>
        </p:nvSpPr>
        <p:spPr>
          <a:xfrm>
            <a:off x="10486489" y="3978965"/>
            <a:ext cx="10342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>
                <a:solidFill>
                  <a:schemeClr val="accent6"/>
                </a:solidFill>
              </a:rPr>
              <a:t>Horizontal</a:t>
            </a:r>
          </a:p>
          <a:p>
            <a:r>
              <a:rPr lang="de-DE" sz="1000" i="1" dirty="0" err="1">
                <a:solidFill>
                  <a:schemeClr val="accent6"/>
                </a:solidFill>
              </a:rPr>
              <a:t>Topocentric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L1: (AZ,ALT)</a:t>
            </a:r>
            <a:r>
              <a:rPr lang="de-DE" sz="1000" i="1" baseline="-25000" dirty="0">
                <a:solidFill>
                  <a:schemeClr val="accent6"/>
                </a:solidFill>
              </a:rPr>
              <a:t>TP,L1</a:t>
            </a:r>
          </a:p>
        </p:txBody>
      </p:sp>
      <p:sp>
        <p:nvSpPr>
          <p:cNvPr id="218" name="Rechteck 217">
            <a:extLst>
              <a:ext uri="{FF2B5EF4-FFF2-40B4-BE49-F238E27FC236}">
                <a16:creationId xmlns:a16="http://schemas.microsoft.com/office/drawing/2014/main" id="{CD3CA2C8-DE3B-BCB0-517E-A11EF4D54B59}"/>
              </a:ext>
            </a:extLst>
          </p:cNvPr>
          <p:cNvSpPr/>
          <p:nvPr/>
        </p:nvSpPr>
        <p:spPr>
          <a:xfrm>
            <a:off x="8487927" y="4674412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9" name="Rechteck 218">
            <a:extLst>
              <a:ext uri="{FF2B5EF4-FFF2-40B4-BE49-F238E27FC236}">
                <a16:creationId xmlns:a16="http://schemas.microsoft.com/office/drawing/2014/main" id="{AC3D362E-23AB-3594-93F6-D0D57E5DF416}"/>
              </a:ext>
            </a:extLst>
          </p:cNvPr>
          <p:cNvSpPr/>
          <p:nvPr/>
        </p:nvSpPr>
        <p:spPr>
          <a:xfrm>
            <a:off x="8487926" y="5202114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0" name="Rechteck 219">
            <a:extLst>
              <a:ext uri="{FF2B5EF4-FFF2-40B4-BE49-F238E27FC236}">
                <a16:creationId xmlns:a16="http://schemas.microsoft.com/office/drawing/2014/main" id="{CB926D02-A2D7-47B5-62DC-6F07530FACA1}"/>
              </a:ext>
            </a:extLst>
          </p:cNvPr>
          <p:cNvSpPr/>
          <p:nvPr/>
        </p:nvSpPr>
        <p:spPr>
          <a:xfrm>
            <a:off x="8487926" y="5729115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1" name="Rechteck 220">
            <a:extLst>
              <a:ext uri="{FF2B5EF4-FFF2-40B4-BE49-F238E27FC236}">
                <a16:creationId xmlns:a16="http://schemas.microsoft.com/office/drawing/2014/main" id="{1689B129-D420-49E5-E8C1-E5E6426EAAA7}"/>
              </a:ext>
            </a:extLst>
          </p:cNvPr>
          <p:cNvSpPr/>
          <p:nvPr/>
        </p:nvSpPr>
        <p:spPr>
          <a:xfrm>
            <a:off x="8487925" y="6259479"/>
            <a:ext cx="3267075" cy="51641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2" name="Textfeld 221">
            <a:extLst>
              <a:ext uri="{FF2B5EF4-FFF2-40B4-BE49-F238E27FC236}">
                <a16:creationId xmlns:a16="http://schemas.microsoft.com/office/drawing/2014/main" id="{69E439F7-BA9C-8239-0494-9CA62BCB2006}"/>
              </a:ext>
            </a:extLst>
          </p:cNvPr>
          <p:cNvSpPr txBox="1"/>
          <p:nvPr/>
        </p:nvSpPr>
        <p:spPr>
          <a:xfrm>
            <a:off x="10486613" y="4650241"/>
            <a:ext cx="10230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>
                <a:solidFill>
                  <a:schemeClr val="accent6"/>
                </a:solidFill>
              </a:rPr>
              <a:t>Helioecliptical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 err="1">
                <a:solidFill>
                  <a:schemeClr val="accent6"/>
                </a:solidFill>
              </a:rPr>
              <a:t>Heliocentric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L2: (X,Y,Z)</a:t>
            </a:r>
            <a:r>
              <a:rPr lang="de-DE" sz="1000" i="1" baseline="-25000" dirty="0">
                <a:solidFill>
                  <a:schemeClr val="accent6"/>
                </a:solidFill>
              </a:rPr>
              <a:t>HE,L2</a:t>
            </a:r>
          </a:p>
        </p:txBody>
      </p:sp>
      <p:sp>
        <p:nvSpPr>
          <p:cNvPr id="223" name="Textfeld 222">
            <a:extLst>
              <a:ext uri="{FF2B5EF4-FFF2-40B4-BE49-F238E27FC236}">
                <a16:creationId xmlns:a16="http://schemas.microsoft.com/office/drawing/2014/main" id="{B87B357E-1EC3-0314-BA00-114E46EC00BF}"/>
              </a:ext>
            </a:extLst>
          </p:cNvPr>
          <p:cNvSpPr txBox="1"/>
          <p:nvPr/>
        </p:nvSpPr>
        <p:spPr>
          <a:xfrm>
            <a:off x="10486613" y="5174784"/>
            <a:ext cx="9492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>
                <a:solidFill>
                  <a:schemeClr val="accent6"/>
                </a:solidFill>
              </a:rPr>
              <a:t>Geoecliptical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 err="1">
                <a:solidFill>
                  <a:schemeClr val="accent6"/>
                </a:solidFill>
              </a:rPr>
              <a:t>Geocentric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L2: (X,Y,Z)</a:t>
            </a:r>
            <a:r>
              <a:rPr lang="de-DE" sz="1000" i="1" baseline="-25000" dirty="0">
                <a:solidFill>
                  <a:schemeClr val="accent6"/>
                </a:solidFill>
              </a:rPr>
              <a:t>GE,L2</a:t>
            </a: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D07E9B28-7EBF-CBDD-88A9-FAD4B123ACDC}"/>
              </a:ext>
            </a:extLst>
          </p:cNvPr>
          <p:cNvSpPr txBox="1"/>
          <p:nvPr/>
        </p:nvSpPr>
        <p:spPr>
          <a:xfrm>
            <a:off x="10486612" y="5693810"/>
            <a:ext cx="11112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 err="1">
                <a:solidFill>
                  <a:schemeClr val="accent6"/>
                </a:solidFill>
              </a:rPr>
              <a:t>Geoequatorial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 err="1">
                <a:solidFill>
                  <a:schemeClr val="accent6"/>
                </a:solidFill>
              </a:rPr>
              <a:t>Geocentric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L2: (RA,DEC)</a:t>
            </a:r>
            <a:r>
              <a:rPr lang="de-DE" sz="1000" i="1" baseline="-25000" dirty="0">
                <a:solidFill>
                  <a:schemeClr val="accent6"/>
                </a:solidFill>
              </a:rPr>
              <a:t>GA,L2</a:t>
            </a:r>
          </a:p>
        </p:txBody>
      </p:sp>
      <p:sp>
        <p:nvSpPr>
          <p:cNvPr id="225" name="Textfeld 224">
            <a:extLst>
              <a:ext uri="{FF2B5EF4-FFF2-40B4-BE49-F238E27FC236}">
                <a16:creationId xmlns:a16="http://schemas.microsoft.com/office/drawing/2014/main" id="{BB23A98B-1EB8-DBEA-7DBB-ADF8645C36A9}"/>
              </a:ext>
            </a:extLst>
          </p:cNvPr>
          <p:cNvSpPr txBox="1"/>
          <p:nvPr/>
        </p:nvSpPr>
        <p:spPr>
          <a:xfrm>
            <a:off x="10486612" y="6225943"/>
            <a:ext cx="10342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>
                <a:solidFill>
                  <a:schemeClr val="accent6"/>
                </a:solidFill>
              </a:rPr>
              <a:t>Horizontal</a:t>
            </a:r>
          </a:p>
          <a:p>
            <a:r>
              <a:rPr lang="de-DE" sz="1000" i="1" dirty="0" err="1">
                <a:solidFill>
                  <a:schemeClr val="accent6"/>
                </a:solidFill>
              </a:rPr>
              <a:t>Topocentric</a:t>
            </a:r>
            <a:endParaRPr lang="de-DE" sz="1000" i="1" dirty="0">
              <a:solidFill>
                <a:schemeClr val="accent6"/>
              </a:solidFill>
            </a:endParaRPr>
          </a:p>
          <a:p>
            <a:r>
              <a:rPr lang="de-DE" sz="1000" i="1" dirty="0">
                <a:solidFill>
                  <a:schemeClr val="accent6"/>
                </a:solidFill>
              </a:rPr>
              <a:t>L2: (AZ,ALT)</a:t>
            </a:r>
            <a:r>
              <a:rPr lang="de-DE" sz="1000" i="1" baseline="-25000" dirty="0">
                <a:solidFill>
                  <a:schemeClr val="accent6"/>
                </a:solidFill>
              </a:rPr>
              <a:t>TP,L2</a:t>
            </a:r>
          </a:p>
        </p:txBody>
      </p:sp>
    </p:spTree>
    <p:extLst>
      <p:ext uri="{BB962C8B-B14F-4D97-AF65-F5344CB8AC3E}">
        <p14:creationId xmlns:p14="http://schemas.microsoft.com/office/powerpoint/2010/main" val="3224768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316C-B3DE-0303-4ABC-A33065DE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577D1F3E-612D-47BE-CC6C-9323B982EE90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9032540" y="2074820"/>
            <a:ext cx="16219" cy="2576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1069F287-929E-8A8E-0BCB-4562C2C7FFB9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6199782" y="2163355"/>
            <a:ext cx="0" cy="27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F1EEA6B7-EEA5-84AC-BFF6-5C7DEE2D101E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0139931" y="2677663"/>
            <a:ext cx="18114" cy="1974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0E49E691-C41E-6A98-E8A7-588EFEADDCE4}"/>
              </a:ext>
            </a:extLst>
          </p:cNvPr>
          <p:cNvSpPr/>
          <p:nvPr/>
        </p:nvSpPr>
        <p:spPr>
          <a:xfrm>
            <a:off x="2359536" y="659069"/>
            <a:ext cx="747065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VSOP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C55424E-0789-4E42-53E6-A2846C317D3B}"/>
              </a:ext>
            </a:extLst>
          </p:cNvPr>
          <p:cNvCxnSpPr>
            <a:cxnSpLocks/>
          </p:cNvCxnSpPr>
          <p:nvPr/>
        </p:nvCxnSpPr>
        <p:spPr>
          <a:xfrm>
            <a:off x="2429070" y="364100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2980433-D0D7-5BE3-5614-02FC72A22177}"/>
              </a:ext>
            </a:extLst>
          </p:cNvPr>
          <p:cNvCxnSpPr>
            <a:cxnSpLocks/>
          </p:cNvCxnSpPr>
          <p:nvPr/>
        </p:nvCxnSpPr>
        <p:spPr>
          <a:xfrm>
            <a:off x="2733870" y="364100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CD63BF1-37D6-694B-8998-650C597CEA9C}"/>
              </a:ext>
            </a:extLst>
          </p:cNvPr>
          <p:cNvCxnSpPr>
            <a:cxnSpLocks/>
          </p:cNvCxnSpPr>
          <p:nvPr/>
        </p:nvCxnSpPr>
        <p:spPr>
          <a:xfrm>
            <a:off x="3038670" y="364100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935831A5-8FE7-1494-EA0B-F5EE71D7ABBA}"/>
              </a:ext>
            </a:extLst>
          </p:cNvPr>
          <p:cNvSpPr txBox="1"/>
          <p:nvPr/>
        </p:nvSpPr>
        <p:spPr>
          <a:xfrm>
            <a:off x="2259793" y="96087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TX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6F9BD63-800B-3566-ECBE-2DB7685C6A33}"/>
              </a:ext>
            </a:extLst>
          </p:cNvPr>
          <p:cNvSpPr txBox="1"/>
          <p:nvPr/>
        </p:nvSpPr>
        <p:spPr>
          <a:xfrm>
            <a:off x="2564593" y="96086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846764E-4546-F366-B35E-AD62BE93A91F}"/>
              </a:ext>
            </a:extLst>
          </p:cNvPr>
          <p:cNvSpPr txBox="1"/>
          <p:nvPr/>
        </p:nvSpPr>
        <p:spPr>
          <a:xfrm>
            <a:off x="2869393" y="96086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88DFB14-E34E-31A5-07A9-DAA36C8BCD7E}"/>
              </a:ext>
            </a:extLst>
          </p:cNvPr>
          <p:cNvSpPr/>
          <p:nvPr/>
        </p:nvSpPr>
        <p:spPr>
          <a:xfrm>
            <a:off x="3515107" y="1186119"/>
            <a:ext cx="747065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HE2GE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B672BAB-2365-0B66-C689-510739B13F8E}"/>
              </a:ext>
            </a:extLst>
          </p:cNvPr>
          <p:cNvSpPr/>
          <p:nvPr/>
        </p:nvSpPr>
        <p:spPr>
          <a:xfrm>
            <a:off x="4670678" y="1681419"/>
            <a:ext cx="747065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GE2GA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ACE6AAC-1200-6C20-A39D-FB7DBA75DDE3}"/>
              </a:ext>
            </a:extLst>
          </p:cNvPr>
          <p:cNvSpPr/>
          <p:nvPr/>
        </p:nvSpPr>
        <p:spPr>
          <a:xfrm>
            <a:off x="9766398" y="2308331"/>
            <a:ext cx="747065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GA2TP</a:t>
            </a: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F2FD1F9-DCE1-8A7F-C469-C53C2B9BD8D1}"/>
              </a:ext>
            </a:extLst>
          </p:cNvPr>
          <p:cNvCxnSpPr>
            <a:stCxn id="5" idx="3"/>
            <a:endCxn id="15" idx="0"/>
          </p:cNvCxnSpPr>
          <p:nvPr/>
        </p:nvCxnSpPr>
        <p:spPr>
          <a:xfrm>
            <a:off x="3106601" y="843735"/>
            <a:ext cx="782039" cy="342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051008A6-F1D3-FB37-3113-CFCB919BF19E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4262172" y="1370785"/>
            <a:ext cx="782039" cy="310634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903EFF0F-58CD-F7A8-2946-56D07252E23B}"/>
              </a:ext>
            </a:extLst>
          </p:cNvPr>
          <p:cNvSpPr txBox="1"/>
          <p:nvPr/>
        </p:nvSpPr>
        <p:spPr>
          <a:xfrm>
            <a:off x="3181687" y="851704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A37BADA-B82C-27CC-4906-05B29B644AD0}"/>
              </a:ext>
            </a:extLst>
          </p:cNvPr>
          <p:cNvSpPr txBox="1"/>
          <p:nvPr/>
        </p:nvSpPr>
        <p:spPr>
          <a:xfrm>
            <a:off x="4277237" y="1351528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3AA62DE-0C3C-DBD5-3032-2F9C036CC68A}"/>
              </a:ext>
            </a:extLst>
          </p:cNvPr>
          <p:cNvSpPr txBox="1"/>
          <p:nvPr/>
        </p:nvSpPr>
        <p:spPr>
          <a:xfrm>
            <a:off x="5341114" y="1925593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AC1BDBF4-1A7F-32CF-AEE0-B1AF93DD82E6}"/>
              </a:ext>
            </a:extLst>
          </p:cNvPr>
          <p:cNvSpPr txBox="1"/>
          <p:nvPr/>
        </p:nvSpPr>
        <p:spPr>
          <a:xfrm>
            <a:off x="5486871" y="2709074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(AZ, ALT)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TP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E44DA962-DBB9-3BA2-DF10-F583A21959D6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888640" y="1555451"/>
            <a:ext cx="0" cy="3378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F01A8627-24BE-4397-8A6E-4A295E6C927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733069" y="1028401"/>
            <a:ext cx="0" cy="390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51078800-F337-A881-71C0-8C2FB3094AE9}"/>
              </a:ext>
            </a:extLst>
          </p:cNvPr>
          <p:cNvSpPr txBox="1"/>
          <p:nvPr/>
        </p:nvSpPr>
        <p:spPr>
          <a:xfrm>
            <a:off x="2049869" y="2716259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475063D0-05F0-FCF9-7A6B-0C7F7243D0AD}"/>
              </a:ext>
            </a:extLst>
          </p:cNvPr>
          <p:cNvSpPr txBox="1"/>
          <p:nvPr/>
        </p:nvSpPr>
        <p:spPr>
          <a:xfrm>
            <a:off x="3162433" y="271626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08B44445-F973-AD50-E3CF-CD1A7EE107E4}"/>
              </a:ext>
            </a:extLst>
          </p:cNvPr>
          <p:cNvSpPr txBox="1"/>
          <p:nvPr/>
        </p:nvSpPr>
        <p:spPr>
          <a:xfrm>
            <a:off x="4249072" y="2712310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62F413A3-446D-5B14-15B0-530C6E4B6E67}"/>
              </a:ext>
            </a:extLst>
          </p:cNvPr>
          <p:cNvCxnSpPr>
            <a:cxnSpLocks/>
          </p:cNvCxnSpPr>
          <p:nvPr/>
        </p:nvCxnSpPr>
        <p:spPr>
          <a:xfrm>
            <a:off x="1406116" y="2709074"/>
            <a:ext cx="6575425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1D5E17DE-6B2D-06ED-22AB-1C9152EB121D}"/>
              </a:ext>
            </a:extLst>
          </p:cNvPr>
          <p:cNvCxnSpPr>
            <a:cxnSpLocks/>
          </p:cNvCxnSpPr>
          <p:nvPr/>
        </p:nvCxnSpPr>
        <p:spPr>
          <a:xfrm>
            <a:off x="1382965" y="3547274"/>
            <a:ext cx="6575425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2C9054E4-4B85-C910-AE18-2044805D112F}"/>
              </a:ext>
            </a:extLst>
          </p:cNvPr>
          <p:cNvCxnSpPr>
            <a:cxnSpLocks/>
          </p:cNvCxnSpPr>
          <p:nvPr/>
        </p:nvCxnSpPr>
        <p:spPr>
          <a:xfrm>
            <a:off x="1382965" y="4280699"/>
            <a:ext cx="6575425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F0E3B684-5C8E-429C-6BF7-E1940D0D6A70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044211" y="2050751"/>
            <a:ext cx="0" cy="2883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D4B72EE7-4E5F-E4CF-338F-62B7DB24FC42}"/>
              </a:ext>
            </a:extLst>
          </p:cNvPr>
          <p:cNvSpPr/>
          <p:nvPr/>
        </p:nvSpPr>
        <p:spPr>
          <a:xfrm>
            <a:off x="1902485" y="3018954"/>
            <a:ext cx="915807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LightTime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5EA75206-E43B-AE44-9D52-EA736D24925D}"/>
              </a:ext>
            </a:extLst>
          </p:cNvPr>
          <p:cNvSpPr/>
          <p:nvPr/>
        </p:nvSpPr>
        <p:spPr>
          <a:xfrm>
            <a:off x="1874683" y="3743976"/>
            <a:ext cx="915807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Aberration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55E3A676-B702-F637-6778-8A59CC4812FE}"/>
              </a:ext>
            </a:extLst>
          </p:cNvPr>
          <p:cNvSpPr txBox="1"/>
          <p:nvPr/>
        </p:nvSpPr>
        <p:spPr>
          <a:xfrm>
            <a:off x="1098364" y="302503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L1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961B6F4C-8D0F-80E9-03B3-147827C18C81}"/>
              </a:ext>
            </a:extLst>
          </p:cNvPr>
          <p:cNvSpPr txBox="1"/>
          <p:nvPr/>
        </p:nvSpPr>
        <p:spPr>
          <a:xfrm>
            <a:off x="1071312" y="380517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L2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190B8449-D3FD-54E4-E433-89907F9A13E0}"/>
              </a:ext>
            </a:extLst>
          </p:cNvPr>
          <p:cNvSpPr txBox="1"/>
          <p:nvPr/>
        </p:nvSpPr>
        <p:spPr>
          <a:xfrm>
            <a:off x="2308005" y="1787840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8AE91B2F-88AF-8B19-5A3C-3FC20ACF42F6}"/>
              </a:ext>
            </a:extLst>
          </p:cNvPr>
          <p:cNvSpPr txBox="1"/>
          <p:nvPr/>
        </p:nvSpPr>
        <p:spPr>
          <a:xfrm>
            <a:off x="3493765" y="2073045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254A9296-1C68-7C46-8529-5099F4D8A6FE}"/>
              </a:ext>
            </a:extLst>
          </p:cNvPr>
          <p:cNvSpPr txBox="1"/>
          <p:nvPr/>
        </p:nvSpPr>
        <p:spPr>
          <a:xfrm>
            <a:off x="4647988" y="229869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OBSERVER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6723A9EC-2F92-0BF1-6198-723C2D267BCA}"/>
              </a:ext>
            </a:extLst>
          </p:cNvPr>
          <p:cNvSpPr txBox="1"/>
          <p:nvPr/>
        </p:nvSpPr>
        <p:spPr>
          <a:xfrm>
            <a:off x="4153012" y="111474"/>
            <a:ext cx="26677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EPHEM-TYPE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EPHEM-TYPE = { VECTORS, RADEC, ALTAZ 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INSTRUMENT DIMENSION</a:t>
            </a: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671DF446-739D-AED4-07B5-225DD40D1AEB}"/>
              </a:ext>
            </a:extLst>
          </p:cNvPr>
          <p:cNvCxnSpPr>
            <a:cxnSpLocks/>
          </p:cNvCxnSpPr>
          <p:nvPr/>
        </p:nvCxnSpPr>
        <p:spPr>
          <a:xfrm>
            <a:off x="3888639" y="511584"/>
            <a:ext cx="30405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718451E7-AE17-1D5F-03D2-8523B2327318}"/>
              </a:ext>
            </a:extLst>
          </p:cNvPr>
          <p:cNvSpPr txBox="1"/>
          <p:nvPr/>
        </p:nvSpPr>
        <p:spPr>
          <a:xfrm rot="16200000">
            <a:off x="-531410" y="2909949"/>
            <a:ext cx="21980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VECTOR_CORR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= { NONE, LT, LT+S}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LEVEL DIMENSION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C58108DF-124C-F996-2AFE-474E1FA732C6}"/>
              </a:ext>
            </a:extLst>
          </p:cNvPr>
          <p:cNvCxnSpPr>
            <a:cxnSpLocks/>
          </p:cNvCxnSpPr>
          <p:nvPr/>
        </p:nvCxnSpPr>
        <p:spPr>
          <a:xfrm>
            <a:off x="628653" y="2073045"/>
            <a:ext cx="0" cy="2838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2F68415D-8E05-92ED-057F-228773B8DC5C}"/>
              </a:ext>
            </a:extLst>
          </p:cNvPr>
          <p:cNvGrpSpPr/>
          <p:nvPr/>
        </p:nvGrpSpPr>
        <p:grpSpPr>
          <a:xfrm>
            <a:off x="2481269" y="2077588"/>
            <a:ext cx="308098" cy="369332"/>
            <a:chOff x="7877175" y="1094810"/>
            <a:chExt cx="308098" cy="369332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784D672A-9EE5-B834-3A8A-F98F7CD76D9E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AECC8BE5-24E3-131C-1B72-B4A757A10804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2039AC08-517E-42EE-EBBE-1A3ADBEAD32E}"/>
              </a:ext>
            </a:extLst>
          </p:cNvPr>
          <p:cNvGrpSpPr/>
          <p:nvPr/>
        </p:nvGrpSpPr>
        <p:grpSpPr>
          <a:xfrm>
            <a:off x="3572728" y="2277375"/>
            <a:ext cx="308098" cy="369332"/>
            <a:chOff x="7877175" y="1094810"/>
            <a:chExt cx="308098" cy="369332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0EF06ACC-A12E-2054-484D-C2F27F840972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775393E3-C0AB-D1EA-5397-45D7E9636567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C6182A31-AF18-9AAD-F6E7-292AD31FCD97}"/>
              </a:ext>
            </a:extLst>
          </p:cNvPr>
          <p:cNvGrpSpPr/>
          <p:nvPr/>
        </p:nvGrpSpPr>
        <p:grpSpPr>
          <a:xfrm>
            <a:off x="4707813" y="2467677"/>
            <a:ext cx="308098" cy="369332"/>
            <a:chOff x="7877175" y="1094810"/>
            <a:chExt cx="308098" cy="369332"/>
          </a:xfrm>
        </p:grpSpPr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B505EC7D-ADBC-30B9-4CA8-C2C40014F0CA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Textfeld 130">
              <a:extLst>
                <a:ext uri="{FF2B5EF4-FFF2-40B4-BE49-F238E27FC236}">
                  <a16:creationId xmlns:a16="http://schemas.microsoft.com/office/drawing/2014/main" id="{76678E89-52E4-5229-500B-592CFC85DDA0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476BBE60-D9AF-4F31-EB00-AB409873D827}"/>
              </a:ext>
            </a:extLst>
          </p:cNvPr>
          <p:cNvGrpSpPr/>
          <p:nvPr/>
        </p:nvGrpSpPr>
        <p:grpSpPr>
          <a:xfrm>
            <a:off x="6666681" y="2640481"/>
            <a:ext cx="308098" cy="369332"/>
            <a:chOff x="7877175" y="1094810"/>
            <a:chExt cx="308098" cy="369332"/>
          </a:xfrm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39807380-8DB9-5233-0453-658136C25FF9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2" name="Textfeld 141">
              <a:extLst>
                <a:ext uri="{FF2B5EF4-FFF2-40B4-BE49-F238E27FC236}">
                  <a16:creationId xmlns:a16="http://schemas.microsoft.com/office/drawing/2014/main" id="{A3F42019-B433-7FAF-9B98-EA0A0D3281FF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F30B35FD-7DF5-BEA6-401B-F0AA73D0D798}"/>
              </a:ext>
            </a:extLst>
          </p:cNvPr>
          <p:cNvGrpSpPr/>
          <p:nvPr/>
        </p:nvGrpSpPr>
        <p:grpSpPr>
          <a:xfrm>
            <a:off x="2434616" y="3423449"/>
            <a:ext cx="308098" cy="369332"/>
            <a:chOff x="7877175" y="1094810"/>
            <a:chExt cx="308098" cy="369332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399CF54B-5007-846F-93EA-131AADDD9114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AD562899-7885-DC7B-997E-220A3BD80AE9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B46BF08C-E573-282E-1723-71AEF353E9EC}"/>
              </a:ext>
            </a:extLst>
          </p:cNvPr>
          <p:cNvGrpSpPr/>
          <p:nvPr/>
        </p:nvGrpSpPr>
        <p:grpSpPr>
          <a:xfrm>
            <a:off x="3534427" y="3394368"/>
            <a:ext cx="308098" cy="369332"/>
            <a:chOff x="7877175" y="1094810"/>
            <a:chExt cx="308098" cy="369332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EDE525F3-5E4B-F8B4-F121-7AC8DC600CB3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Textfeld 163">
              <a:extLst>
                <a:ext uri="{FF2B5EF4-FFF2-40B4-BE49-F238E27FC236}">
                  <a16:creationId xmlns:a16="http://schemas.microsoft.com/office/drawing/2014/main" id="{8F03C1A6-4DD2-D4C3-31C5-8FF26A727B03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166" name="Gruppieren 165">
            <a:extLst>
              <a:ext uri="{FF2B5EF4-FFF2-40B4-BE49-F238E27FC236}">
                <a16:creationId xmlns:a16="http://schemas.microsoft.com/office/drawing/2014/main" id="{94A1A12A-DF0C-FCEA-A97C-2089DBA9CC60}"/>
              </a:ext>
            </a:extLst>
          </p:cNvPr>
          <p:cNvGrpSpPr/>
          <p:nvPr/>
        </p:nvGrpSpPr>
        <p:grpSpPr>
          <a:xfrm>
            <a:off x="4693522" y="3404140"/>
            <a:ext cx="308098" cy="369332"/>
            <a:chOff x="7877175" y="1094810"/>
            <a:chExt cx="308098" cy="369332"/>
          </a:xfrm>
        </p:grpSpPr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232ACF18-D1A6-C0F5-92FB-B852DACDEA3D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Textfeld 167">
              <a:extLst>
                <a:ext uri="{FF2B5EF4-FFF2-40B4-BE49-F238E27FC236}">
                  <a16:creationId xmlns:a16="http://schemas.microsoft.com/office/drawing/2014/main" id="{A9C6F367-2A2D-BDEC-91EF-CB551EBE6326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grpSp>
        <p:nvGrpSpPr>
          <p:cNvPr id="170" name="Gruppieren 169">
            <a:extLst>
              <a:ext uri="{FF2B5EF4-FFF2-40B4-BE49-F238E27FC236}">
                <a16:creationId xmlns:a16="http://schemas.microsoft.com/office/drawing/2014/main" id="{53352F81-CC52-E1F9-543A-38915892EA19}"/>
              </a:ext>
            </a:extLst>
          </p:cNvPr>
          <p:cNvGrpSpPr/>
          <p:nvPr/>
        </p:nvGrpSpPr>
        <p:grpSpPr>
          <a:xfrm>
            <a:off x="5849077" y="3384088"/>
            <a:ext cx="308098" cy="369332"/>
            <a:chOff x="7877175" y="1094810"/>
            <a:chExt cx="308098" cy="369332"/>
          </a:xfrm>
        </p:grpSpPr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BF06F006-571D-C9D5-85B2-EB8AFCB4182C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Textfeld 171">
              <a:extLst>
                <a:ext uri="{FF2B5EF4-FFF2-40B4-BE49-F238E27FC236}">
                  <a16:creationId xmlns:a16="http://schemas.microsoft.com/office/drawing/2014/main" id="{8AD79E9E-6FBA-A009-C24D-1203CC737C09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grpSp>
        <p:nvGrpSpPr>
          <p:cNvPr id="173" name="Gruppieren 172">
            <a:extLst>
              <a:ext uri="{FF2B5EF4-FFF2-40B4-BE49-F238E27FC236}">
                <a16:creationId xmlns:a16="http://schemas.microsoft.com/office/drawing/2014/main" id="{5AA8E443-AA31-C858-6E9B-531F0E91C660}"/>
              </a:ext>
            </a:extLst>
          </p:cNvPr>
          <p:cNvGrpSpPr/>
          <p:nvPr/>
        </p:nvGrpSpPr>
        <p:grpSpPr>
          <a:xfrm>
            <a:off x="2437795" y="4158951"/>
            <a:ext cx="308098" cy="369332"/>
            <a:chOff x="7877175" y="1094810"/>
            <a:chExt cx="308098" cy="369332"/>
          </a:xfrm>
        </p:grpSpPr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33AE0AEA-6107-679F-BD17-4C73C4E167DB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Textfeld 174">
              <a:extLst>
                <a:ext uri="{FF2B5EF4-FFF2-40B4-BE49-F238E27FC236}">
                  <a16:creationId xmlns:a16="http://schemas.microsoft.com/office/drawing/2014/main" id="{B768AB7E-A004-8AA9-1480-627F208DBD46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D0A3B86B-B517-A8A5-241B-95F4115BFBA5}"/>
              </a:ext>
            </a:extLst>
          </p:cNvPr>
          <p:cNvGrpSpPr/>
          <p:nvPr/>
        </p:nvGrpSpPr>
        <p:grpSpPr>
          <a:xfrm>
            <a:off x="3472712" y="4121811"/>
            <a:ext cx="431528" cy="369332"/>
            <a:chOff x="7821297" y="1094810"/>
            <a:chExt cx="431528" cy="369332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5D351184-3EC8-3344-F06C-EE8A95BD7CE9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Textfeld 177">
              <a:extLst>
                <a:ext uri="{FF2B5EF4-FFF2-40B4-BE49-F238E27FC236}">
                  <a16:creationId xmlns:a16="http://schemas.microsoft.com/office/drawing/2014/main" id="{D8711EC4-8DD9-37C3-611C-3177C920B70F}"/>
                </a:ext>
              </a:extLst>
            </p:cNvPr>
            <p:cNvSpPr txBox="1"/>
            <p:nvPr/>
          </p:nvSpPr>
          <p:spPr>
            <a:xfrm>
              <a:off x="7821297" y="109481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179" name="Gruppieren 178">
            <a:extLst>
              <a:ext uri="{FF2B5EF4-FFF2-40B4-BE49-F238E27FC236}">
                <a16:creationId xmlns:a16="http://schemas.microsoft.com/office/drawing/2014/main" id="{053B97DC-CA41-0F0E-C690-8A261097A097}"/>
              </a:ext>
            </a:extLst>
          </p:cNvPr>
          <p:cNvGrpSpPr/>
          <p:nvPr/>
        </p:nvGrpSpPr>
        <p:grpSpPr>
          <a:xfrm>
            <a:off x="4631807" y="4138325"/>
            <a:ext cx="431528" cy="369332"/>
            <a:chOff x="7812281" y="1093493"/>
            <a:chExt cx="431528" cy="369332"/>
          </a:xfrm>
        </p:grpSpPr>
        <p:sp>
          <p:nvSpPr>
            <p:cNvPr id="180" name="Ellipse 179">
              <a:extLst>
                <a:ext uri="{FF2B5EF4-FFF2-40B4-BE49-F238E27FC236}">
                  <a16:creationId xmlns:a16="http://schemas.microsoft.com/office/drawing/2014/main" id="{ADC9057D-F1B7-7BA9-0534-3A8C5C0C68EF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Textfeld 180">
              <a:extLst>
                <a:ext uri="{FF2B5EF4-FFF2-40B4-BE49-F238E27FC236}">
                  <a16:creationId xmlns:a16="http://schemas.microsoft.com/office/drawing/2014/main" id="{49D39246-2BD3-5EFA-9078-149DB235DBB7}"/>
                </a:ext>
              </a:extLst>
            </p:cNvPr>
            <p:cNvSpPr txBox="1"/>
            <p:nvPr/>
          </p:nvSpPr>
          <p:spPr>
            <a:xfrm>
              <a:off x="7812281" y="1093493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11</a:t>
              </a:r>
            </a:p>
          </p:txBody>
        </p:sp>
      </p:grpSp>
      <p:grpSp>
        <p:nvGrpSpPr>
          <p:cNvPr id="182" name="Gruppieren 181">
            <a:extLst>
              <a:ext uri="{FF2B5EF4-FFF2-40B4-BE49-F238E27FC236}">
                <a16:creationId xmlns:a16="http://schemas.microsoft.com/office/drawing/2014/main" id="{7864B0A5-39B6-4907-2739-96B236288A68}"/>
              </a:ext>
            </a:extLst>
          </p:cNvPr>
          <p:cNvGrpSpPr/>
          <p:nvPr/>
        </p:nvGrpSpPr>
        <p:grpSpPr>
          <a:xfrm>
            <a:off x="5777836" y="4126481"/>
            <a:ext cx="431528" cy="369332"/>
            <a:chOff x="7802755" y="1101701"/>
            <a:chExt cx="431528" cy="369332"/>
          </a:xfrm>
        </p:grpSpPr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A2F92BB1-08DD-A862-F0B0-69247B546568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Textfeld 183">
              <a:extLst>
                <a:ext uri="{FF2B5EF4-FFF2-40B4-BE49-F238E27FC236}">
                  <a16:creationId xmlns:a16="http://schemas.microsoft.com/office/drawing/2014/main" id="{4A6985C9-9ECC-066A-440F-F71F19E3AE6B}"/>
                </a:ext>
              </a:extLst>
            </p:cNvPr>
            <p:cNvSpPr txBox="1"/>
            <p:nvPr/>
          </p:nvSpPr>
          <p:spPr>
            <a:xfrm>
              <a:off x="7802755" y="1101701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12</a:t>
              </a:r>
            </a:p>
          </p:txBody>
        </p:sp>
      </p:grpSp>
      <p:sp>
        <p:nvSpPr>
          <p:cNvPr id="202" name="Textfeld 201">
            <a:extLst>
              <a:ext uri="{FF2B5EF4-FFF2-40B4-BE49-F238E27FC236}">
                <a16:creationId xmlns:a16="http://schemas.microsoft.com/office/drawing/2014/main" id="{2567996B-F6E1-CCF8-B8C3-5089BE1C9AEE}"/>
              </a:ext>
            </a:extLst>
          </p:cNvPr>
          <p:cNvSpPr txBox="1"/>
          <p:nvPr/>
        </p:nvSpPr>
        <p:spPr>
          <a:xfrm>
            <a:off x="1021209" y="214935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L0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D206824-0464-6BAD-CE1B-58515A9CFDF3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417743" y="1866085"/>
            <a:ext cx="6544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35B3ABA9-14EB-0968-6F71-4A43905531CC}"/>
              </a:ext>
            </a:extLst>
          </p:cNvPr>
          <p:cNvSpPr/>
          <p:nvPr/>
        </p:nvSpPr>
        <p:spPr>
          <a:xfrm>
            <a:off x="6065385" y="1703713"/>
            <a:ext cx="832279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39EE07B-643D-0D41-76C7-90F23DEAA7F3}"/>
              </a:ext>
            </a:extLst>
          </p:cNvPr>
          <p:cNvSpPr/>
          <p:nvPr/>
        </p:nvSpPr>
        <p:spPr>
          <a:xfrm>
            <a:off x="7349002" y="1704771"/>
            <a:ext cx="832279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F93D66A-F402-F1A8-2488-7035D7CE3A9B}"/>
              </a:ext>
            </a:extLst>
          </p:cNvPr>
          <p:cNvSpPr/>
          <p:nvPr/>
        </p:nvSpPr>
        <p:spPr>
          <a:xfrm>
            <a:off x="8632619" y="1705488"/>
            <a:ext cx="832279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GA+Prec+Nut+Obl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0DD48D0E-4DA1-B4F3-56A5-C4984B0D0D77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6897664" y="1888379"/>
            <a:ext cx="451338" cy="105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38E5549-0C93-2814-1D48-7FD4EF7C123F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8181281" y="1889437"/>
            <a:ext cx="451338" cy="7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B50E9526-E6BE-E3A2-6938-A91E8BC6670A}"/>
              </a:ext>
            </a:extLst>
          </p:cNvPr>
          <p:cNvSpPr txBox="1"/>
          <p:nvPr/>
        </p:nvSpPr>
        <p:spPr>
          <a:xfrm>
            <a:off x="7311531" y="1228192"/>
            <a:ext cx="614271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1B3D8DB4-E4B5-A20D-1BE0-1789F2D27BA5}"/>
              </a:ext>
            </a:extLst>
          </p:cNvPr>
          <p:cNvCxnSpPr/>
          <p:nvPr/>
        </p:nvCxnSpPr>
        <p:spPr>
          <a:xfrm>
            <a:off x="6037898" y="1490045"/>
            <a:ext cx="34618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A74B238A-A9AD-3615-C3B4-F190C824971D}"/>
              </a:ext>
            </a:extLst>
          </p:cNvPr>
          <p:cNvSpPr/>
          <p:nvPr/>
        </p:nvSpPr>
        <p:spPr>
          <a:xfrm>
            <a:off x="5826249" y="2163355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GA2TP</a:t>
            </a: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91C0A37E-A422-9E47-40FB-1C37144F0CCE}"/>
              </a:ext>
            </a:extLst>
          </p:cNvPr>
          <p:cNvCxnSpPr>
            <a:cxnSpLocks/>
            <a:stCxn id="16" idx="2"/>
            <a:endCxn id="43" idx="1"/>
          </p:cNvCxnSpPr>
          <p:nvPr/>
        </p:nvCxnSpPr>
        <p:spPr>
          <a:xfrm rot="16200000" flipH="1">
            <a:off x="5286595" y="1808367"/>
            <a:ext cx="297270" cy="7820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0BCF607B-FE8F-8408-172B-A940096ED563}"/>
              </a:ext>
            </a:extLst>
          </p:cNvPr>
          <p:cNvCxnSpPr>
            <a:stCxn id="18" idx="3"/>
            <a:endCxn id="17" idx="0"/>
          </p:cNvCxnSpPr>
          <p:nvPr/>
        </p:nvCxnSpPr>
        <p:spPr>
          <a:xfrm>
            <a:off x="9464898" y="1890154"/>
            <a:ext cx="675033" cy="4181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9470AF0C-9A28-FAC2-3794-7FD09A9288CB}"/>
              </a:ext>
            </a:extLst>
          </p:cNvPr>
          <p:cNvSpPr txBox="1"/>
          <p:nvPr/>
        </p:nvSpPr>
        <p:spPr>
          <a:xfrm>
            <a:off x="8640892" y="4697972"/>
            <a:ext cx="828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(RA,DEC)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BCDB0583-0065-EE64-0049-B58DD49D8849}"/>
              </a:ext>
            </a:extLst>
          </p:cNvPr>
          <p:cNvSpPr txBox="1"/>
          <p:nvPr/>
        </p:nvSpPr>
        <p:spPr>
          <a:xfrm>
            <a:off x="9796463" y="4697971"/>
            <a:ext cx="828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(AZ, ALT)</a:t>
            </a:r>
          </a:p>
        </p:txBody>
      </p: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D504B751-7BA6-979C-7453-023E71E84C61}"/>
              </a:ext>
            </a:extLst>
          </p:cNvPr>
          <p:cNvGrpSpPr/>
          <p:nvPr/>
        </p:nvGrpSpPr>
        <p:grpSpPr>
          <a:xfrm>
            <a:off x="8816776" y="5362530"/>
            <a:ext cx="431528" cy="369332"/>
            <a:chOff x="7802755" y="1101701"/>
            <a:chExt cx="431528" cy="369332"/>
          </a:xfrm>
        </p:grpSpPr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61145C61-914D-947D-091C-430356CAC288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31E045C1-0D51-76B3-78EF-6EC927DF8D4C}"/>
                </a:ext>
              </a:extLst>
            </p:cNvPr>
            <p:cNvSpPr txBox="1"/>
            <p:nvPr/>
          </p:nvSpPr>
          <p:spPr>
            <a:xfrm>
              <a:off x="7802755" y="1101701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13</a:t>
              </a:r>
            </a:p>
          </p:txBody>
        </p:sp>
      </p:grpSp>
      <p:sp>
        <p:nvSpPr>
          <p:cNvPr id="69" name="Textfeld 68">
            <a:extLst>
              <a:ext uri="{FF2B5EF4-FFF2-40B4-BE49-F238E27FC236}">
                <a16:creationId xmlns:a16="http://schemas.microsoft.com/office/drawing/2014/main" id="{489A6245-E9EA-0363-7F70-700C49C67B1A}"/>
              </a:ext>
            </a:extLst>
          </p:cNvPr>
          <p:cNvSpPr txBox="1"/>
          <p:nvPr/>
        </p:nvSpPr>
        <p:spPr>
          <a:xfrm>
            <a:off x="8282268" y="5651968"/>
            <a:ext cx="159210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0415B0DC-2EE2-156C-5F0B-D9A6C1CC7F75}"/>
              </a:ext>
            </a:extLst>
          </p:cNvPr>
          <p:cNvSpPr txBox="1"/>
          <p:nvPr/>
        </p:nvSpPr>
        <p:spPr>
          <a:xfrm>
            <a:off x="9874371" y="5670195"/>
            <a:ext cx="15921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LOCATION</a:t>
            </a:r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@399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QUANTITIES=AZ; ALT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3F6C3E97-DBF4-55D1-E873-AA8C89C05967}"/>
              </a:ext>
            </a:extLst>
          </p:cNvPr>
          <p:cNvGrpSpPr/>
          <p:nvPr/>
        </p:nvGrpSpPr>
        <p:grpSpPr>
          <a:xfrm>
            <a:off x="9942281" y="5357532"/>
            <a:ext cx="431528" cy="369332"/>
            <a:chOff x="7802755" y="1101701"/>
            <a:chExt cx="431528" cy="369332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86155791-EAB5-88AA-13DA-35AD5C859421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E4FA51C1-54AF-3945-3B28-A028FFB6CB27}"/>
                </a:ext>
              </a:extLst>
            </p:cNvPr>
            <p:cNvSpPr txBox="1"/>
            <p:nvPr/>
          </p:nvSpPr>
          <p:spPr>
            <a:xfrm>
              <a:off x="7802755" y="1101701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14</a:t>
              </a:r>
            </a:p>
          </p:txBody>
        </p:sp>
      </p:grp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1CA7175D-9F39-2D2E-0E3D-8DB627BBB77F}"/>
              </a:ext>
            </a:extLst>
          </p:cNvPr>
          <p:cNvCxnSpPr>
            <a:cxnSpLocks/>
          </p:cNvCxnSpPr>
          <p:nvPr/>
        </p:nvCxnSpPr>
        <p:spPr>
          <a:xfrm>
            <a:off x="4082766" y="819360"/>
            <a:ext cx="535764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C90879E6-D0D2-B267-3BBF-DF59BCF464B8}"/>
              </a:ext>
            </a:extLst>
          </p:cNvPr>
          <p:cNvSpPr txBox="1"/>
          <p:nvPr/>
        </p:nvSpPr>
        <p:spPr>
          <a:xfrm>
            <a:off x="1125775" y="5343491"/>
            <a:ext cx="29819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Grün: </a:t>
            </a:r>
            <a:r>
              <a:rPr lang="de-DE" dirty="0" err="1">
                <a:solidFill>
                  <a:schemeClr val="accent6"/>
                </a:solidFill>
              </a:rPr>
              <a:t>Correction</a:t>
            </a:r>
            <a:r>
              <a:rPr lang="de-DE" dirty="0">
                <a:solidFill>
                  <a:schemeClr val="accent6"/>
                </a:solidFill>
              </a:rPr>
              <a:t> Dimension</a:t>
            </a:r>
          </a:p>
          <a:p>
            <a:r>
              <a:rPr lang="de-DE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Frame Dimension</a:t>
            </a:r>
          </a:p>
          <a:p>
            <a:r>
              <a:rPr lang="de-DE" dirty="0">
                <a:solidFill>
                  <a:srgbClr val="FF0000"/>
                </a:solidFill>
              </a:rPr>
              <a:t>Rot: Horizons Messpunkte</a:t>
            </a:r>
          </a:p>
        </p:txBody>
      </p: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0DA59AE1-53A0-2B38-292E-746E865EE1C6}"/>
              </a:ext>
            </a:extLst>
          </p:cNvPr>
          <p:cNvGrpSpPr/>
          <p:nvPr/>
        </p:nvGrpSpPr>
        <p:grpSpPr>
          <a:xfrm>
            <a:off x="9659150" y="1539513"/>
            <a:ext cx="431528" cy="369332"/>
            <a:chOff x="7814451" y="1074532"/>
            <a:chExt cx="431528" cy="369332"/>
          </a:xfrm>
        </p:grpSpPr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F93BEC77-E72A-932B-2590-786169546BB3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083BAC11-51A3-964A-A03C-CB1B7FBDFC2C}"/>
                </a:ext>
              </a:extLst>
            </p:cNvPr>
            <p:cNvSpPr txBox="1"/>
            <p:nvPr/>
          </p:nvSpPr>
          <p:spPr>
            <a:xfrm>
              <a:off x="7814451" y="1074532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15</a:t>
              </a:r>
            </a:p>
          </p:txBody>
        </p: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1372A5D6-690B-D78D-F030-358644122504}"/>
              </a:ext>
            </a:extLst>
          </p:cNvPr>
          <p:cNvGrpSpPr/>
          <p:nvPr/>
        </p:nvGrpSpPr>
        <p:grpSpPr>
          <a:xfrm>
            <a:off x="9782667" y="2630277"/>
            <a:ext cx="431528" cy="369332"/>
            <a:chOff x="7814451" y="1074532"/>
            <a:chExt cx="431528" cy="369332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D88276F9-F18B-75EC-89D1-4029516F27DB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2165069D-E50A-C71A-BA58-92439E80A9A0}"/>
                </a:ext>
              </a:extLst>
            </p:cNvPr>
            <p:cNvSpPr txBox="1"/>
            <p:nvPr/>
          </p:nvSpPr>
          <p:spPr>
            <a:xfrm>
              <a:off x="7814451" y="1074532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16</a:t>
              </a:r>
            </a:p>
          </p:txBody>
        </p:sp>
      </p:grpSp>
      <p:sp>
        <p:nvSpPr>
          <p:cNvPr id="97" name="Textfeld 96">
            <a:extLst>
              <a:ext uri="{FF2B5EF4-FFF2-40B4-BE49-F238E27FC236}">
                <a16:creationId xmlns:a16="http://schemas.microsoft.com/office/drawing/2014/main" id="{481720C8-BB16-1DDB-6E40-3640A50EC183}"/>
              </a:ext>
            </a:extLst>
          </p:cNvPr>
          <p:cNvSpPr txBox="1"/>
          <p:nvPr/>
        </p:nvSpPr>
        <p:spPr>
          <a:xfrm>
            <a:off x="9730100" y="739406"/>
            <a:ext cx="159210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BC35004B-1643-DFE5-66FC-0053496726C1}"/>
              </a:ext>
            </a:extLst>
          </p:cNvPr>
          <p:cNvSpPr txBox="1"/>
          <p:nvPr/>
        </p:nvSpPr>
        <p:spPr>
          <a:xfrm>
            <a:off x="10556070" y="1989890"/>
            <a:ext cx="1592103" cy="86177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LOCATION???</a:t>
            </a:r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@399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174C7FD7-ABE9-A6CE-64D7-48F361A9C869}"/>
              </a:ext>
            </a:extLst>
          </p:cNvPr>
          <p:cNvSpPr txBox="1"/>
          <p:nvPr/>
        </p:nvSpPr>
        <p:spPr>
          <a:xfrm>
            <a:off x="1443243" y="1582054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6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600" dirty="0">
                <a:solidFill>
                  <a:srgbClr val="FF0000"/>
                </a:solidFill>
              </a:rPr>
              <a:t>EPHEM-TYPE=VECTORS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94AC1920-5AF8-555D-E53E-A2A8E53452F9}"/>
              </a:ext>
            </a:extLst>
          </p:cNvPr>
          <p:cNvSpPr txBox="1"/>
          <p:nvPr/>
        </p:nvSpPr>
        <p:spPr>
          <a:xfrm>
            <a:off x="3010373" y="1687547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500@399</a:t>
            </a:r>
          </a:p>
          <a:p>
            <a:r>
              <a:rPr lang="de-DE" dirty="0"/>
              <a:t>EPHEM-TYPE=VECTORS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005B26EB-0F1D-9591-DB1C-ECCB20C29F52}"/>
              </a:ext>
            </a:extLst>
          </p:cNvPr>
          <p:cNvSpPr txBox="1"/>
          <p:nvPr/>
        </p:nvSpPr>
        <p:spPr>
          <a:xfrm>
            <a:off x="4147504" y="2121710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EPHEM-TYPE=OBSERVER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3D81002E-6283-88D1-48A3-E411C8F3E1FB}"/>
              </a:ext>
            </a:extLst>
          </p:cNvPr>
          <p:cNvSpPr txBox="1"/>
          <p:nvPr/>
        </p:nvSpPr>
        <p:spPr>
          <a:xfrm>
            <a:off x="6573314" y="2382924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EPHEM-TYPE=OBSERVER</a:t>
            </a:r>
          </a:p>
          <a:p>
            <a:r>
              <a:rPr lang="de-DE" dirty="0"/>
              <a:t>QUANTITIES=AZ;ALT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FFC0362D-84EF-CCC7-521F-CB897856F713}"/>
              </a:ext>
            </a:extLst>
          </p:cNvPr>
          <p:cNvSpPr txBox="1"/>
          <p:nvPr/>
        </p:nvSpPr>
        <p:spPr>
          <a:xfrm>
            <a:off x="5820569" y="250421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OBSERVER</a:t>
            </a:r>
          </a:p>
        </p:txBody>
      </p:sp>
      <p:sp>
        <p:nvSpPr>
          <p:cNvPr id="169" name="Textfeld 168">
            <a:extLst>
              <a:ext uri="{FF2B5EF4-FFF2-40B4-BE49-F238E27FC236}">
                <a16:creationId xmlns:a16="http://schemas.microsoft.com/office/drawing/2014/main" id="{9BB6DE09-4797-9974-523E-64FDC89DE04C}"/>
              </a:ext>
            </a:extLst>
          </p:cNvPr>
          <p:cNvSpPr txBox="1"/>
          <p:nvPr/>
        </p:nvSpPr>
        <p:spPr>
          <a:xfrm>
            <a:off x="6275670" y="1086058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EPHEM-TYPE=OBSERVER</a:t>
            </a:r>
          </a:p>
          <a:p>
            <a:r>
              <a:rPr lang="de-DE" dirty="0"/>
              <a:t>FRAME DIM=ICRF</a:t>
            </a:r>
          </a:p>
        </p:txBody>
      </p:sp>
      <p:sp>
        <p:nvSpPr>
          <p:cNvPr id="226" name="Textfeld 225">
            <a:extLst>
              <a:ext uri="{FF2B5EF4-FFF2-40B4-BE49-F238E27FC236}">
                <a16:creationId xmlns:a16="http://schemas.microsoft.com/office/drawing/2014/main" id="{4EB11869-9FA3-3627-4DDF-4D720E6430C0}"/>
              </a:ext>
            </a:extLst>
          </p:cNvPr>
          <p:cNvSpPr txBox="1"/>
          <p:nvPr/>
        </p:nvSpPr>
        <p:spPr>
          <a:xfrm>
            <a:off x="7925802" y="1086058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EPHEM-TYPE=OBSERVER</a:t>
            </a:r>
          </a:p>
          <a:p>
            <a:r>
              <a:rPr lang="de-DE" dirty="0"/>
              <a:t>FRAME DIM=</a:t>
            </a:r>
            <a:r>
              <a:rPr lang="de-DE" dirty="0" err="1"/>
              <a:t>MeanOfFDate</a:t>
            </a:r>
            <a:endParaRPr lang="de-DE" dirty="0"/>
          </a:p>
        </p:txBody>
      </p:sp>
      <p:sp>
        <p:nvSpPr>
          <p:cNvPr id="227" name="Textfeld 226">
            <a:extLst>
              <a:ext uri="{FF2B5EF4-FFF2-40B4-BE49-F238E27FC236}">
                <a16:creationId xmlns:a16="http://schemas.microsoft.com/office/drawing/2014/main" id="{F4786DF4-B520-96AF-0720-038145961B00}"/>
              </a:ext>
            </a:extLst>
          </p:cNvPr>
          <p:cNvSpPr txBox="1"/>
          <p:nvPr/>
        </p:nvSpPr>
        <p:spPr>
          <a:xfrm>
            <a:off x="10526151" y="161144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EPHEM-TYPE=OBSERVER</a:t>
            </a:r>
          </a:p>
          <a:p>
            <a:r>
              <a:rPr lang="de-DE" dirty="0"/>
              <a:t>FRAME DIM=</a:t>
            </a:r>
            <a:r>
              <a:rPr lang="de-DE" dirty="0" err="1"/>
              <a:t>TueOfFDate</a:t>
            </a:r>
            <a:endParaRPr lang="de-DE" dirty="0"/>
          </a:p>
        </p:txBody>
      </p:sp>
      <p:sp>
        <p:nvSpPr>
          <p:cNvPr id="228" name="Freihandform: Form 227">
            <a:extLst>
              <a:ext uri="{FF2B5EF4-FFF2-40B4-BE49-F238E27FC236}">
                <a16:creationId xmlns:a16="http://schemas.microsoft.com/office/drawing/2014/main" id="{3B5831C7-4D67-8352-5359-3B0635D1EA56}"/>
              </a:ext>
            </a:extLst>
          </p:cNvPr>
          <p:cNvSpPr/>
          <p:nvPr/>
        </p:nvSpPr>
        <p:spPr>
          <a:xfrm>
            <a:off x="6682740" y="1386840"/>
            <a:ext cx="480060" cy="502920"/>
          </a:xfrm>
          <a:custGeom>
            <a:avLst/>
            <a:gdLst>
              <a:gd name="csX0" fmla="*/ 0 w 480060"/>
              <a:gd name="csY0" fmla="*/ 0 h 502920"/>
              <a:gd name="csX1" fmla="*/ 175260 w 480060"/>
              <a:gd name="csY1" fmla="*/ 190500 h 502920"/>
              <a:gd name="csX2" fmla="*/ 373380 w 480060"/>
              <a:gd name="csY2" fmla="*/ 190500 h 502920"/>
              <a:gd name="csX3" fmla="*/ 480060 w 480060"/>
              <a:gd name="csY3" fmla="*/ 502920 h 502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0060" h="502920">
                <a:moveTo>
                  <a:pt x="0" y="0"/>
                </a:moveTo>
                <a:cubicBezTo>
                  <a:pt x="56515" y="79375"/>
                  <a:pt x="113030" y="158750"/>
                  <a:pt x="175260" y="190500"/>
                </a:cubicBezTo>
                <a:cubicBezTo>
                  <a:pt x="237490" y="222250"/>
                  <a:pt x="322580" y="138430"/>
                  <a:pt x="373380" y="190500"/>
                </a:cubicBezTo>
                <a:cubicBezTo>
                  <a:pt x="424180" y="242570"/>
                  <a:pt x="452120" y="372745"/>
                  <a:pt x="480060" y="502920"/>
                </a:cubicBezTo>
              </a:path>
            </a:pathLst>
          </a:cu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9" name="Freihandform: Form 228">
            <a:extLst>
              <a:ext uri="{FF2B5EF4-FFF2-40B4-BE49-F238E27FC236}">
                <a16:creationId xmlns:a16="http://schemas.microsoft.com/office/drawing/2014/main" id="{1BA50F0D-F558-6E05-F8BA-670CF40A89E5}"/>
              </a:ext>
            </a:extLst>
          </p:cNvPr>
          <p:cNvSpPr/>
          <p:nvPr/>
        </p:nvSpPr>
        <p:spPr>
          <a:xfrm rot="2178369">
            <a:off x="8214053" y="1504242"/>
            <a:ext cx="322151" cy="319807"/>
          </a:xfrm>
          <a:custGeom>
            <a:avLst/>
            <a:gdLst>
              <a:gd name="csX0" fmla="*/ 0 w 480060"/>
              <a:gd name="csY0" fmla="*/ 0 h 502920"/>
              <a:gd name="csX1" fmla="*/ 175260 w 480060"/>
              <a:gd name="csY1" fmla="*/ 190500 h 502920"/>
              <a:gd name="csX2" fmla="*/ 373380 w 480060"/>
              <a:gd name="csY2" fmla="*/ 190500 h 502920"/>
              <a:gd name="csX3" fmla="*/ 480060 w 480060"/>
              <a:gd name="csY3" fmla="*/ 502920 h 502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0060" h="502920">
                <a:moveTo>
                  <a:pt x="0" y="0"/>
                </a:moveTo>
                <a:cubicBezTo>
                  <a:pt x="56515" y="79375"/>
                  <a:pt x="113030" y="158750"/>
                  <a:pt x="175260" y="190500"/>
                </a:cubicBezTo>
                <a:cubicBezTo>
                  <a:pt x="237490" y="222250"/>
                  <a:pt x="322580" y="138430"/>
                  <a:pt x="373380" y="190500"/>
                </a:cubicBezTo>
                <a:cubicBezTo>
                  <a:pt x="424180" y="242570"/>
                  <a:pt x="452120" y="372745"/>
                  <a:pt x="480060" y="502920"/>
                </a:cubicBezTo>
              </a:path>
            </a:pathLst>
          </a:cu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0" name="Freihandform: Form 229">
            <a:extLst>
              <a:ext uri="{FF2B5EF4-FFF2-40B4-BE49-F238E27FC236}">
                <a16:creationId xmlns:a16="http://schemas.microsoft.com/office/drawing/2014/main" id="{11C86353-8906-7B31-67A7-60A9324C1936}"/>
              </a:ext>
            </a:extLst>
          </p:cNvPr>
          <p:cNvSpPr/>
          <p:nvPr/>
        </p:nvSpPr>
        <p:spPr>
          <a:xfrm rot="6291654">
            <a:off x="10199129" y="1716442"/>
            <a:ext cx="322151" cy="319807"/>
          </a:xfrm>
          <a:custGeom>
            <a:avLst/>
            <a:gdLst>
              <a:gd name="csX0" fmla="*/ 0 w 480060"/>
              <a:gd name="csY0" fmla="*/ 0 h 502920"/>
              <a:gd name="csX1" fmla="*/ 175260 w 480060"/>
              <a:gd name="csY1" fmla="*/ 190500 h 502920"/>
              <a:gd name="csX2" fmla="*/ 373380 w 480060"/>
              <a:gd name="csY2" fmla="*/ 190500 h 502920"/>
              <a:gd name="csX3" fmla="*/ 480060 w 480060"/>
              <a:gd name="csY3" fmla="*/ 502920 h 502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0060" h="502920">
                <a:moveTo>
                  <a:pt x="0" y="0"/>
                </a:moveTo>
                <a:cubicBezTo>
                  <a:pt x="56515" y="79375"/>
                  <a:pt x="113030" y="158750"/>
                  <a:pt x="175260" y="190500"/>
                </a:cubicBezTo>
                <a:cubicBezTo>
                  <a:pt x="237490" y="222250"/>
                  <a:pt x="322580" y="138430"/>
                  <a:pt x="373380" y="190500"/>
                </a:cubicBezTo>
                <a:cubicBezTo>
                  <a:pt x="424180" y="242570"/>
                  <a:pt x="452120" y="372745"/>
                  <a:pt x="480060" y="502920"/>
                </a:cubicBezTo>
              </a:path>
            </a:pathLst>
          </a:cu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1" name="Textfeld 230">
            <a:extLst>
              <a:ext uri="{FF2B5EF4-FFF2-40B4-BE49-F238E27FC236}">
                <a16:creationId xmlns:a16="http://schemas.microsoft.com/office/drawing/2014/main" id="{3A710DEE-5518-F8A7-F157-A18661BC71FB}"/>
              </a:ext>
            </a:extLst>
          </p:cNvPr>
          <p:cNvSpPr txBox="1"/>
          <p:nvPr/>
        </p:nvSpPr>
        <p:spPr>
          <a:xfrm>
            <a:off x="10732754" y="2876869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EPHEM-TYPE=OBSERVER</a:t>
            </a:r>
          </a:p>
          <a:p>
            <a:r>
              <a:rPr lang="de-DE" dirty="0"/>
              <a:t>FRAME DIM=</a:t>
            </a:r>
            <a:r>
              <a:rPr lang="de-DE" dirty="0" err="1"/>
              <a:t>Topocentric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37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38186B8-DC7B-EDE4-E302-735C6C2AD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151" y="38886"/>
            <a:ext cx="10011629" cy="671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89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B5D263B-24C2-3866-0B60-FAEABFC1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269" y="395870"/>
            <a:ext cx="9643995" cy="627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5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2022</Words>
  <Application>Microsoft Office PowerPoint</Application>
  <PresentationFormat>Breitbild</PresentationFormat>
  <Paragraphs>607</Paragraphs>
  <Slides>8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Backup / Herleitung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12</cp:revision>
  <dcterms:created xsi:type="dcterms:W3CDTF">2026-03-27T14:22:47Z</dcterms:created>
  <dcterms:modified xsi:type="dcterms:W3CDTF">2026-05-17T20:51:29Z</dcterms:modified>
</cp:coreProperties>
</file>