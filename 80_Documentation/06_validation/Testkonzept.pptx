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2CD96D-892C-6279-28D1-71F146314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CD60B1D-D30C-9823-B2DC-496CB202D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8C34E9-26FF-96B6-A317-A0A4E04E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998739-7CE5-1C98-DAF3-4A4F66E96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EF7C41-415A-7C29-C578-0BE3E109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296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38FE57-D9FE-4CA0-CFDF-F082E84A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6CC9EC-99BF-7468-8F5B-0772D8D15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19983C-D18D-EB98-C88F-896D514E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A4BD76-2CC9-7C55-DF0D-2D07FB1D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5107C-5176-7665-6191-9647FE96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66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BD7C8E-AC17-A232-2610-19B3BBD3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F71E78E-0F78-64AA-E448-AC78C3C21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0B960F-8D31-2173-4EE0-C670A4626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F2F33-D9F8-C2B8-D585-0758513A2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F4232D-90A7-51E7-5293-D03E32CC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143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5A258-328B-0881-1162-6CCA8B1EF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1CB30E-8251-0637-AB8E-C7665CBEA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6845DA-F0B1-6CD5-1D11-DC31641B6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E38889-874C-CDBA-D379-0487A445B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E5D3A83-4D62-2138-D1C8-978FFDCF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60E371-FFC8-3875-504F-B360721A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39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02C046-7E3D-81A6-C465-32AD93B64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C0460-72A7-3F54-BCC9-B0BB4C0B5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8D3803-91FE-352B-4875-87AB77544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01AB41-543E-D62A-06D1-5A4036BF5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2A72D2C-E97E-BEC0-2F2A-E80510F166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7DC2E2-69E6-A1C5-344F-6E08EF883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C61D9D5-A6F4-8614-3DDA-626FE9CA5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709BABC-501B-8026-1218-A47C2AD1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020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0DDD0F-CCB4-6325-DAFC-0597BDBB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F553D7F-C3DB-A40C-E08C-6FCCFE4A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51DF80-B55A-83AD-B698-EF3FD8C4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6DC18A-AB5A-CA26-BAC2-94C1BBF5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963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9516D98-06F1-9470-D9F6-EBA384DE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9314131-489E-3231-92F8-9EC86AE4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CD2240-7A12-BDFD-9E16-587BB491D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897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95B7B4-FA5F-D2C1-E554-D90A7667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C04A55-E4B1-E1F8-12B7-3386884B3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DAB546-652B-FCEF-6CB8-7595940EC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1FA1812-EBBD-351E-182F-E91F15B7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5EC6F6-96EB-E7E0-4261-87599C4D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470F78-5ACA-BB7D-3768-8DF18185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317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34FEA7-02F1-2421-1997-39B98BAAB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C3508C9-DE86-D941-9329-43B29A5A3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5C771F-E9A9-DFA1-DE50-5F483CF4E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BED3B1-D156-109A-D44C-6EE48D6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4C0A21-04F6-93EB-0F8B-2B6AA64EE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E96D7A-9175-FAB7-F2EF-BAE3D54E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85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19EF2-FEA4-2A43-F1B8-6DF7E351B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315ACB-87D1-3441-E122-7B9B62D8A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5DB2A6-F030-30CC-7D9B-9876595F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33E09B-5406-3D65-1700-B3CCB0FD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170D8C-68B1-DCD6-0AEB-F45F933D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43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028A692-0AAB-BA70-3812-DA8E39621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00ACE97-36E8-6C25-17BF-9B338BDFE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306B19-6A81-2467-714C-536061667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CAC1CD-05D0-66F6-9FB4-6752684F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FE09A7-AFBE-1C11-FF0D-AD8C2CAC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877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15CBC9-85A8-ABFB-EE62-09A79318D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CC295B-3533-9820-4F45-4F8E2BFB4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46BF33-0529-7FD2-9908-EB03C0413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E2FF6-7806-4B45-B324-63936DCED9CF}" type="datetimeFigureOut">
              <a:rPr lang="de-DE" smtClean="0"/>
              <a:t>02.03.2026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B6C112-4347-C09F-35FF-20F428564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82C725-A150-40D8-C61A-A65CFFB7A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B47C0-2F5E-4F55-81F5-CA672174F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429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B792579-7535-A13A-8464-AAC964D3D4ED}"/>
              </a:ext>
            </a:extLst>
          </p:cNvPr>
          <p:cNvSpPr txBox="1"/>
          <p:nvPr/>
        </p:nvSpPr>
        <p:spPr>
          <a:xfrm>
            <a:off x="3691416" y="2185948"/>
            <a:ext cx="140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VSOP L, B, 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DB9CA62-2A4A-CFBB-88A4-2A6BF1162740}"/>
              </a:ext>
            </a:extLst>
          </p:cNvPr>
          <p:cNvSpPr txBox="1"/>
          <p:nvPr/>
        </p:nvSpPr>
        <p:spPr>
          <a:xfrm>
            <a:off x="4159045" y="355797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458E170-CD3E-8523-DC2A-2531864E6ED7}"/>
              </a:ext>
            </a:extLst>
          </p:cNvPr>
          <p:cNvSpPr txBox="1"/>
          <p:nvPr/>
        </p:nvSpPr>
        <p:spPr>
          <a:xfrm>
            <a:off x="4159045" y="458022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D1424C7-A162-21E9-0288-74B443626488}"/>
              </a:ext>
            </a:extLst>
          </p:cNvPr>
          <p:cNvSpPr txBox="1"/>
          <p:nvPr/>
        </p:nvSpPr>
        <p:spPr>
          <a:xfrm>
            <a:off x="4154491" y="5720763"/>
            <a:ext cx="48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GA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86076DC5-A6CB-BBBD-4E58-963BC40AB3F4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394974" y="2555280"/>
            <a:ext cx="2277" cy="1002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6DB06B6-F4A2-CCF6-06B3-950F7E3CF283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397251" y="3927309"/>
            <a:ext cx="0" cy="652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CFB468B-58CB-9240-7EC9-6A08F3E861D5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4394974" y="4949553"/>
            <a:ext cx="2277" cy="771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9232E308-9588-8DEE-178A-BD8BC5CEF7E2}"/>
              </a:ext>
            </a:extLst>
          </p:cNvPr>
          <p:cNvSpPr txBox="1"/>
          <p:nvPr/>
        </p:nvSpPr>
        <p:spPr>
          <a:xfrm>
            <a:off x="1492513" y="1454816"/>
            <a:ext cx="108036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VSOP </a:t>
            </a:r>
          </a:p>
          <a:p>
            <a:r>
              <a:rPr lang="de-DE" dirty="0" err="1"/>
              <a:t>Terme.cs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996BB4C8-35A1-3B87-FCE4-4B8E2DA1680B}"/>
              </a:ext>
            </a:extLst>
          </p:cNvPr>
          <p:cNvSpPr txBox="1"/>
          <p:nvPr/>
        </p:nvSpPr>
        <p:spPr>
          <a:xfrm>
            <a:off x="1051429" y="434073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Ephemeriden Pipeline</a:t>
            </a:r>
          </a:p>
          <a:p>
            <a:r>
              <a:rPr lang="de-DE" dirty="0"/>
              <a:t>(Code </a:t>
            </a:r>
            <a:r>
              <a:rPr lang="de-DE" dirty="0" err="1"/>
              <a:t>under</a:t>
            </a:r>
            <a:r>
              <a:rPr lang="de-DE" dirty="0"/>
              <a:t> Test)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A0244D2-B698-F0F6-23E1-2D314FDF6BE4}"/>
              </a:ext>
            </a:extLst>
          </p:cNvPr>
          <p:cNvSpPr txBox="1"/>
          <p:nvPr/>
        </p:nvSpPr>
        <p:spPr>
          <a:xfrm>
            <a:off x="1096732" y="2754485"/>
            <a:ext cx="18719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L,B,R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HE.x</a:t>
            </a:r>
            <a:r>
              <a:rPr lang="de-DE" dirty="0"/>
              <a:t>, y, z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4F59E7E-23FA-A6AD-BEAA-9F9A3890A78E}"/>
              </a:ext>
            </a:extLst>
          </p:cNvPr>
          <p:cNvSpPr txBox="1"/>
          <p:nvPr/>
        </p:nvSpPr>
        <p:spPr>
          <a:xfrm>
            <a:off x="3465681" y="1301549"/>
            <a:ext cx="2217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Zwischenergebnisse</a:t>
            </a:r>
          </a:p>
          <a:p>
            <a:r>
              <a:rPr lang="de-DE" dirty="0"/>
              <a:t>Für Testdaten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1E1C865B-4B9C-CAFD-0090-A4C937875086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2032693" y="2101147"/>
            <a:ext cx="1" cy="653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45215F8A-D1CC-AA2B-911D-ADCA2AC727BA}"/>
              </a:ext>
            </a:extLst>
          </p:cNvPr>
          <p:cNvCxnSpPr/>
          <p:nvPr/>
        </p:nvCxnSpPr>
        <p:spPr>
          <a:xfrm flipH="1">
            <a:off x="5427406" y="2370614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148BA5BD-6162-77EB-387A-2A4A1326846C}"/>
              </a:ext>
            </a:extLst>
          </p:cNvPr>
          <p:cNvSpPr txBox="1"/>
          <p:nvPr/>
        </p:nvSpPr>
        <p:spPr>
          <a:xfrm>
            <a:off x="7093467" y="2047448"/>
            <a:ext cx="1882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L, B, R Test gegen</a:t>
            </a:r>
          </a:p>
          <a:p>
            <a:r>
              <a:rPr lang="de-DE" dirty="0"/>
              <a:t>Vsop87.chk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6EA58D0-7819-BB3E-49DE-F3E9E5F12A94}"/>
              </a:ext>
            </a:extLst>
          </p:cNvPr>
          <p:cNvSpPr txBox="1"/>
          <p:nvPr/>
        </p:nvSpPr>
        <p:spPr>
          <a:xfrm>
            <a:off x="9315874" y="1270150"/>
            <a:ext cx="236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Referenzdaten-Quelle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D182361-59BC-8E36-F787-3F9DFAFD3BC6}"/>
              </a:ext>
            </a:extLst>
          </p:cNvPr>
          <p:cNvSpPr txBox="1"/>
          <p:nvPr/>
        </p:nvSpPr>
        <p:spPr>
          <a:xfrm>
            <a:off x="9855707" y="2185948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IMCCE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9BF379D-A4E6-FFD3-0A2B-736FEB2F2BEF}"/>
              </a:ext>
            </a:extLst>
          </p:cNvPr>
          <p:cNvSpPr txBox="1"/>
          <p:nvPr/>
        </p:nvSpPr>
        <p:spPr>
          <a:xfrm>
            <a:off x="9777699" y="3280978"/>
            <a:ext cx="1441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JPL Horizons</a:t>
            </a:r>
          </a:p>
          <a:p>
            <a:r>
              <a:rPr lang="de-DE" dirty="0"/>
              <a:t>Center: @10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4790FF0-2DA0-E4AD-CEE7-93585C36F25A}"/>
              </a:ext>
            </a:extLst>
          </p:cNvPr>
          <p:cNvSpPr txBox="1"/>
          <p:nvPr/>
        </p:nvSpPr>
        <p:spPr>
          <a:xfrm>
            <a:off x="9790120" y="4368344"/>
            <a:ext cx="22350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JPL </a:t>
            </a:r>
            <a:r>
              <a:rPr lang="de-DE" dirty="0" err="1"/>
              <a:t>HorizonsCenter</a:t>
            </a:r>
            <a:r>
              <a:rPr lang="de-DE" dirty="0"/>
              <a:t>: </a:t>
            </a:r>
          </a:p>
          <a:p>
            <a:r>
              <a:rPr lang="de-DE" dirty="0"/>
              <a:t>Center: 500@399</a:t>
            </a:r>
          </a:p>
          <a:p>
            <a:endParaRPr lang="de-DE" dirty="0"/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8A0EE124-F3CE-75BE-B0A6-CA29355FAEA9}"/>
              </a:ext>
            </a:extLst>
          </p:cNvPr>
          <p:cNvCxnSpPr/>
          <p:nvPr/>
        </p:nvCxnSpPr>
        <p:spPr>
          <a:xfrm flipH="1">
            <a:off x="5260257" y="3724018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995B0311-B4A0-0D76-82F1-B23A47828847}"/>
              </a:ext>
            </a:extLst>
          </p:cNvPr>
          <p:cNvCxnSpPr/>
          <p:nvPr/>
        </p:nvCxnSpPr>
        <p:spPr>
          <a:xfrm flipH="1">
            <a:off x="5260257" y="4764887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A472E210-C2EE-1B25-A1D9-0BF17CFD4C27}"/>
              </a:ext>
            </a:extLst>
          </p:cNvPr>
          <p:cNvCxnSpPr/>
          <p:nvPr/>
        </p:nvCxnSpPr>
        <p:spPr>
          <a:xfrm flipH="1">
            <a:off x="5230759" y="5891839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08672FCE-076A-34F2-9073-64F8A6E3A57E}"/>
              </a:ext>
            </a:extLst>
          </p:cNvPr>
          <p:cNvSpPr txBox="1"/>
          <p:nvPr/>
        </p:nvSpPr>
        <p:spPr>
          <a:xfrm>
            <a:off x="813160" y="3807627"/>
            <a:ext cx="243906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HE.x</a:t>
            </a:r>
            <a:r>
              <a:rPr lang="de-DE" dirty="0"/>
              <a:t>, y, z </a:t>
            </a:r>
            <a:r>
              <a:rPr lang="de-DE" dirty="0" err="1"/>
              <a:t>to</a:t>
            </a:r>
            <a:r>
              <a:rPr lang="de-DE" dirty="0"/>
              <a:t> GE:</a:t>
            </a:r>
          </a:p>
          <a:p>
            <a:r>
              <a:rPr lang="de-DE" dirty="0"/>
              <a:t>„HE Planet – HE Earth“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9D47A3A-86C7-F1C8-AA4B-AA63FE5DC233}"/>
              </a:ext>
            </a:extLst>
          </p:cNvPr>
          <p:cNvCxnSpPr>
            <a:cxnSpLocks/>
            <a:stCxn id="19" idx="2"/>
            <a:endCxn id="40" idx="0"/>
          </p:cNvCxnSpPr>
          <p:nvPr/>
        </p:nvCxnSpPr>
        <p:spPr>
          <a:xfrm flipH="1">
            <a:off x="2032693" y="3123817"/>
            <a:ext cx="1" cy="68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C0B6F113-9897-8EAD-B0F5-3F33C530B2FA}"/>
              </a:ext>
            </a:extLst>
          </p:cNvPr>
          <p:cNvSpPr/>
          <p:nvPr/>
        </p:nvSpPr>
        <p:spPr>
          <a:xfrm>
            <a:off x="3705809" y="4410613"/>
            <a:ext cx="1263949" cy="6006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8935749D-A3A0-D464-8516-724E4885C7AF}"/>
              </a:ext>
            </a:extLst>
          </p:cNvPr>
          <p:cNvCxnSpPr>
            <a:cxnSpLocks/>
            <a:stCxn id="52" idx="3"/>
            <a:endCxn id="46" idx="3"/>
          </p:cNvCxnSpPr>
          <p:nvPr/>
        </p:nvCxnSpPr>
        <p:spPr>
          <a:xfrm flipV="1">
            <a:off x="3317857" y="4923309"/>
            <a:ext cx="573053" cy="968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74835010-7566-5AF3-D0A5-CCB780AD9130}"/>
              </a:ext>
            </a:extLst>
          </p:cNvPr>
          <p:cNvSpPr txBox="1"/>
          <p:nvPr/>
        </p:nvSpPr>
        <p:spPr>
          <a:xfrm>
            <a:off x="186412" y="5291674"/>
            <a:ext cx="3131445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i="1" dirty="0">
                <a:solidFill>
                  <a:srgbClr val="FF0000"/>
                </a:solidFill>
              </a:rPr>
              <a:t>„Planet – Earth“</a:t>
            </a:r>
          </a:p>
          <a:p>
            <a:r>
              <a:rPr lang="de-DE" i="1" dirty="0">
                <a:solidFill>
                  <a:srgbClr val="FF0000"/>
                </a:solidFill>
              </a:rPr>
              <a:t>Wird im </a:t>
            </a:r>
            <a:r>
              <a:rPr lang="de-DE" i="1" dirty="0" err="1">
                <a:solidFill>
                  <a:srgbClr val="FF0000"/>
                </a:solidFill>
              </a:rPr>
              <a:t>Testcode</a:t>
            </a:r>
            <a:r>
              <a:rPr lang="de-DE" i="1" dirty="0">
                <a:solidFill>
                  <a:srgbClr val="FF0000"/>
                </a:solidFill>
              </a:rPr>
              <a:t> gemacht, muss aber aus dem Code </a:t>
            </a:r>
            <a:r>
              <a:rPr lang="de-DE" i="1" dirty="0" err="1">
                <a:solidFill>
                  <a:srgbClr val="FF0000"/>
                </a:solidFill>
              </a:rPr>
              <a:t>under</a:t>
            </a:r>
            <a:r>
              <a:rPr lang="de-DE" i="1" dirty="0">
                <a:solidFill>
                  <a:srgbClr val="FF0000"/>
                </a:solidFill>
              </a:rPr>
              <a:t> Test kommen!!!</a:t>
            </a:r>
          </a:p>
        </p:txBody>
      </p:sp>
      <p:sp>
        <p:nvSpPr>
          <p:cNvPr id="56" name="Gewitterblitz 55">
            <a:extLst>
              <a:ext uri="{FF2B5EF4-FFF2-40B4-BE49-F238E27FC236}">
                <a16:creationId xmlns:a16="http://schemas.microsoft.com/office/drawing/2014/main" id="{65A1CDFD-4EF4-D8A3-97E8-E898BE63D535}"/>
              </a:ext>
            </a:extLst>
          </p:cNvPr>
          <p:cNvSpPr/>
          <p:nvPr/>
        </p:nvSpPr>
        <p:spPr>
          <a:xfrm>
            <a:off x="2723535" y="4748661"/>
            <a:ext cx="405213" cy="866850"/>
          </a:xfrm>
          <a:prstGeom prst="lightningBol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C12D69C5-8686-4F24-33B6-0A53D413A9B0}"/>
              </a:ext>
            </a:extLst>
          </p:cNvPr>
          <p:cNvCxnSpPr>
            <a:cxnSpLocks/>
            <a:stCxn id="40" idx="2"/>
          </p:cNvCxnSpPr>
          <p:nvPr/>
        </p:nvCxnSpPr>
        <p:spPr>
          <a:xfrm>
            <a:off x="2032693" y="4453958"/>
            <a:ext cx="0" cy="3894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A112634A-F2A7-9325-6236-E640F3224D29}"/>
              </a:ext>
            </a:extLst>
          </p:cNvPr>
          <p:cNvSpPr txBox="1"/>
          <p:nvPr/>
        </p:nvSpPr>
        <p:spPr>
          <a:xfrm>
            <a:off x="7222244" y="3429000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X, y, z Tests in </a:t>
            </a:r>
          </a:p>
          <a:p>
            <a:r>
              <a:rPr lang="de-DE" dirty="0"/>
              <a:t>TS-A, TS-D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F8C5CED-B129-E0B2-388C-7290A2A99819}"/>
              </a:ext>
            </a:extLst>
          </p:cNvPr>
          <p:cNvSpPr txBox="1"/>
          <p:nvPr/>
        </p:nvSpPr>
        <p:spPr>
          <a:xfrm>
            <a:off x="7222243" y="4441721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X, y, z Tests in </a:t>
            </a:r>
          </a:p>
          <a:p>
            <a:r>
              <a:rPr lang="de-DE" dirty="0"/>
              <a:t>TS-A…TS-B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86FE05E-482A-11F2-8F64-098842C825CB}"/>
              </a:ext>
            </a:extLst>
          </p:cNvPr>
          <p:cNvSpPr txBox="1"/>
          <p:nvPr/>
        </p:nvSpPr>
        <p:spPr>
          <a:xfrm>
            <a:off x="7255947" y="5500107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X, y, z Tests in </a:t>
            </a:r>
          </a:p>
          <a:p>
            <a:r>
              <a:rPr lang="de-DE" dirty="0"/>
              <a:t>TS-C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CEFA4CF-1645-C736-E89B-2EE5A64F56C5}"/>
              </a:ext>
            </a:extLst>
          </p:cNvPr>
          <p:cNvSpPr txBox="1"/>
          <p:nvPr/>
        </p:nvSpPr>
        <p:spPr>
          <a:xfrm>
            <a:off x="9855706" y="5545772"/>
            <a:ext cx="1665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JPL Horizons</a:t>
            </a:r>
          </a:p>
          <a:p>
            <a:r>
              <a:rPr lang="de-DE" dirty="0"/>
              <a:t>ICRF, Observer</a:t>
            </a:r>
          </a:p>
        </p:txBody>
      </p:sp>
    </p:spTree>
    <p:extLst>
      <p:ext uri="{BB962C8B-B14F-4D97-AF65-F5344CB8AC3E}">
        <p14:creationId xmlns:p14="http://schemas.microsoft.com/office/powerpoint/2010/main" val="1557096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24113-2AEC-D0F5-977C-56963951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37F8D0B-A2A3-7C35-B193-16CAF00316C4}"/>
              </a:ext>
            </a:extLst>
          </p:cNvPr>
          <p:cNvSpPr txBox="1"/>
          <p:nvPr/>
        </p:nvSpPr>
        <p:spPr>
          <a:xfrm>
            <a:off x="3691416" y="2185948"/>
            <a:ext cx="1407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VSOP L, B, R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9B51323-A00F-E8A0-4F9B-05C58D5654CC}"/>
              </a:ext>
            </a:extLst>
          </p:cNvPr>
          <p:cNvSpPr txBox="1"/>
          <p:nvPr/>
        </p:nvSpPr>
        <p:spPr>
          <a:xfrm>
            <a:off x="4159045" y="355797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435AB75-3E37-35AE-273F-679F8ECEFA5A}"/>
              </a:ext>
            </a:extLst>
          </p:cNvPr>
          <p:cNvSpPr txBox="1"/>
          <p:nvPr/>
        </p:nvSpPr>
        <p:spPr>
          <a:xfrm>
            <a:off x="4159045" y="458022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63B1EF9-0711-D0AF-26A3-792DE0E41E6C}"/>
              </a:ext>
            </a:extLst>
          </p:cNvPr>
          <p:cNvSpPr txBox="1"/>
          <p:nvPr/>
        </p:nvSpPr>
        <p:spPr>
          <a:xfrm>
            <a:off x="4154491" y="5720763"/>
            <a:ext cx="48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GA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71FB23D-A5DC-9376-4E49-43168337AB7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394974" y="2555280"/>
            <a:ext cx="2277" cy="1002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AC2EA80-6D27-9CDE-B03D-ED353701E75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397251" y="3927309"/>
            <a:ext cx="0" cy="652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C8037EC-9161-99DD-E900-640FBD2F962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4394974" y="4949553"/>
            <a:ext cx="2277" cy="771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390CE98B-D36D-1F5D-48A0-9D6765023AAD}"/>
              </a:ext>
            </a:extLst>
          </p:cNvPr>
          <p:cNvSpPr txBox="1"/>
          <p:nvPr/>
        </p:nvSpPr>
        <p:spPr>
          <a:xfrm>
            <a:off x="1492513" y="1454816"/>
            <a:ext cx="108036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VSOP </a:t>
            </a:r>
          </a:p>
          <a:p>
            <a:r>
              <a:rPr lang="de-DE" dirty="0" err="1"/>
              <a:t>Terme.cs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C8D569D-1AA8-D055-FF7E-6A4ABF5A345A}"/>
              </a:ext>
            </a:extLst>
          </p:cNvPr>
          <p:cNvSpPr txBox="1"/>
          <p:nvPr/>
        </p:nvSpPr>
        <p:spPr>
          <a:xfrm>
            <a:off x="1051429" y="434073"/>
            <a:ext cx="2367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Ephemeriden Pipeline</a:t>
            </a:r>
          </a:p>
          <a:p>
            <a:r>
              <a:rPr lang="de-DE" dirty="0"/>
              <a:t>(Code </a:t>
            </a:r>
            <a:r>
              <a:rPr lang="de-DE" dirty="0" err="1"/>
              <a:t>under</a:t>
            </a:r>
            <a:r>
              <a:rPr lang="de-DE" dirty="0"/>
              <a:t> Test)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D2DB7FF-BA94-BEC1-1003-641BC6410B5F}"/>
              </a:ext>
            </a:extLst>
          </p:cNvPr>
          <p:cNvSpPr txBox="1"/>
          <p:nvPr/>
        </p:nvSpPr>
        <p:spPr>
          <a:xfrm>
            <a:off x="1096732" y="2754485"/>
            <a:ext cx="18719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L,B,R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HE.x</a:t>
            </a:r>
            <a:r>
              <a:rPr lang="de-DE" dirty="0"/>
              <a:t>, y, z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3110F46-B9CE-1F81-D801-BA5C7EB05EF1}"/>
              </a:ext>
            </a:extLst>
          </p:cNvPr>
          <p:cNvSpPr txBox="1"/>
          <p:nvPr/>
        </p:nvSpPr>
        <p:spPr>
          <a:xfrm>
            <a:off x="3465681" y="1301549"/>
            <a:ext cx="2217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Zwischenergebnisse</a:t>
            </a:r>
          </a:p>
          <a:p>
            <a:r>
              <a:rPr lang="de-DE" dirty="0"/>
              <a:t>Für Testdaten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7477AB6-BFA8-E339-10EF-21B0EB5D79E2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>
            <a:off x="2032693" y="2101147"/>
            <a:ext cx="1" cy="653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14A1C89-4BB8-9157-6B22-02A02E38EADF}"/>
              </a:ext>
            </a:extLst>
          </p:cNvPr>
          <p:cNvCxnSpPr/>
          <p:nvPr/>
        </p:nvCxnSpPr>
        <p:spPr>
          <a:xfrm flipH="1">
            <a:off x="5427406" y="2370614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3678DB9-6B78-B9F2-CECF-D1885E2275C9}"/>
              </a:ext>
            </a:extLst>
          </p:cNvPr>
          <p:cNvSpPr txBox="1"/>
          <p:nvPr/>
        </p:nvSpPr>
        <p:spPr>
          <a:xfrm>
            <a:off x="7093467" y="2047448"/>
            <a:ext cx="1882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L, B, R Test gegen</a:t>
            </a:r>
          </a:p>
          <a:p>
            <a:r>
              <a:rPr lang="de-DE" dirty="0"/>
              <a:t>Vsop87.chk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86E572B-F444-AA24-53AA-816F786B6EF9}"/>
              </a:ext>
            </a:extLst>
          </p:cNvPr>
          <p:cNvSpPr txBox="1"/>
          <p:nvPr/>
        </p:nvSpPr>
        <p:spPr>
          <a:xfrm>
            <a:off x="9315874" y="1270150"/>
            <a:ext cx="236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Referenzdaten-Quelle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C377945-90ED-0B40-2CF4-3E399B50477E}"/>
              </a:ext>
            </a:extLst>
          </p:cNvPr>
          <p:cNvSpPr txBox="1"/>
          <p:nvPr/>
        </p:nvSpPr>
        <p:spPr>
          <a:xfrm>
            <a:off x="9855707" y="2185948"/>
            <a:ext cx="87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IMCCE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847AF8C-CCD0-C2BB-2AF9-280ED1DF9C6F}"/>
              </a:ext>
            </a:extLst>
          </p:cNvPr>
          <p:cNvSpPr txBox="1"/>
          <p:nvPr/>
        </p:nvSpPr>
        <p:spPr>
          <a:xfrm>
            <a:off x="9777699" y="3280978"/>
            <a:ext cx="1441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JPL Horizons</a:t>
            </a:r>
          </a:p>
          <a:p>
            <a:r>
              <a:rPr lang="de-DE" dirty="0"/>
              <a:t>Center: @10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83C0D6E-E9A4-1007-AC74-568870F1A86C}"/>
              </a:ext>
            </a:extLst>
          </p:cNvPr>
          <p:cNvSpPr txBox="1"/>
          <p:nvPr/>
        </p:nvSpPr>
        <p:spPr>
          <a:xfrm>
            <a:off x="9790120" y="4368344"/>
            <a:ext cx="22350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JPL </a:t>
            </a:r>
            <a:r>
              <a:rPr lang="de-DE" dirty="0" err="1"/>
              <a:t>HorizonsCenter</a:t>
            </a:r>
            <a:r>
              <a:rPr lang="de-DE" dirty="0"/>
              <a:t>: </a:t>
            </a:r>
          </a:p>
          <a:p>
            <a:r>
              <a:rPr lang="de-DE" dirty="0"/>
              <a:t>Center: 500@399</a:t>
            </a:r>
          </a:p>
          <a:p>
            <a:endParaRPr lang="de-DE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87DE8DC-FF48-D0EB-827E-7EF30440130C}"/>
              </a:ext>
            </a:extLst>
          </p:cNvPr>
          <p:cNvSpPr txBox="1"/>
          <p:nvPr/>
        </p:nvSpPr>
        <p:spPr>
          <a:xfrm>
            <a:off x="9855706" y="5545772"/>
            <a:ext cx="1665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JPL Horizons</a:t>
            </a:r>
          </a:p>
          <a:p>
            <a:r>
              <a:rPr lang="de-DE" dirty="0"/>
              <a:t>ICRF, Observer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DEDBBCB7-8FCD-4B4D-A43F-31828D3E53BD}"/>
              </a:ext>
            </a:extLst>
          </p:cNvPr>
          <p:cNvSpPr txBox="1"/>
          <p:nvPr/>
        </p:nvSpPr>
        <p:spPr>
          <a:xfrm>
            <a:off x="7222244" y="3429000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X, y, z Tests in </a:t>
            </a:r>
          </a:p>
          <a:p>
            <a:r>
              <a:rPr lang="de-DE" dirty="0"/>
              <a:t>TS-A, TS-D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F081CCE7-C76E-E218-02FB-0F6350915108}"/>
              </a:ext>
            </a:extLst>
          </p:cNvPr>
          <p:cNvCxnSpPr/>
          <p:nvPr/>
        </p:nvCxnSpPr>
        <p:spPr>
          <a:xfrm flipH="1">
            <a:off x="5260257" y="3724018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BC2A8C2-18C4-C38D-2D92-A93DB376D56D}"/>
              </a:ext>
            </a:extLst>
          </p:cNvPr>
          <p:cNvCxnSpPr/>
          <p:nvPr/>
        </p:nvCxnSpPr>
        <p:spPr>
          <a:xfrm flipH="1">
            <a:off x="5260257" y="4764887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52020BB0-EC1C-AEE6-D339-5C860040FBCF}"/>
              </a:ext>
            </a:extLst>
          </p:cNvPr>
          <p:cNvSpPr txBox="1"/>
          <p:nvPr/>
        </p:nvSpPr>
        <p:spPr>
          <a:xfrm>
            <a:off x="7222243" y="4441721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X, y, z Tests in </a:t>
            </a:r>
          </a:p>
          <a:p>
            <a:r>
              <a:rPr lang="de-DE" dirty="0"/>
              <a:t>TS-A…TS-B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E35D605-4050-0EB8-A21F-BA64D2D5CC8A}"/>
              </a:ext>
            </a:extLst>
          </p:cNvPr>
          <p:cNvSpPr txBox="1"/>
          <p:nvPr/>
        </p:nvSpPr>
        <p:spPr>
          <a:xfrm>
            <a:off x="7255947" y="5500107"/>
            <a:ext cx="1557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X, y, z Tests in </a:t>
            </a:r>
          </a:p>
          <a:p>
            <a:r>
              <a:rPr lang="de-DE" dirty="0"/>
              <a:t>TS-C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9F23AA06-4F37-2379-F3C4-B6957A2E4310}"/>
              </a:ext>
            </a:extLst>
          </p:cNvPr>
          <p:cNvCxnSpPr/>
          <p:nvPr/>
        </p:nvCxnSpPr>
        <p:spPr>
          <a:xfrm flipH="1">
            <a:off x="5230759" y="5891839"/>
            <a:ext cx="1337187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83786B3A-29E6-D1A1-F9D8-435696CCB19B}"/>
              </a:ext>
            </a:extLst>
          </p:cNvPr>
          <p:cNvSpPr txBox="1"/>
          <p:nvPr/>
        </p:nvSpPr>
        <p:spPr>
          <a:xfrm>
            <a:off x="813160" y="3807627"/>
            <a:ext cx="243906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HE.x</a:t>
            </a:r>
            <a:r>
              <a:rPr lang="de-DE" dirty="0"/>
              <a:t>, y, z </a:t>
            </a:r>
            <a:r>
              <a:rPr lang="de-DE" dirty="0" err="1"/>
              <a:t>to</a:t>
            </a:r>
            <a:r>
              <a:rPr lang="de-DE" dirty="0"/>
              <a:t> GE:</a:t>
            </a:r>
          </a:p>
          <a:p>
            <a:r>
              <a:rPr lang="de-DE" dirty="0"/>
              <a:t>„HE Planet – HE Earth“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28760AB6-13D5-E993-D0CA-1F2C1D8B9672}"/>
              </a:ext>
            </a:extLst>
          </p:cNvPr>
          <p:cNvCxnSpPr>
            <a:cxnSpLocks/>
            <a:stCxn id="19" idx="2"/>
            <a:endCxn id="40" idx="0"/>
          </p:cNvCxnSpPr>
          <p:nvPr/>
        </p:nvCxnSpPr>
        <p:spPr>
          <a:xfrm flipH="1">
            <a:off x="2032693" y="3123817"/>
            <a:ext cx="1" cy="68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2220A8E8-4E7E-07D2-D28E-892BDBCED80A}"/>
              </a:ext>
            </a:extLst>
          </p:cNvPr>
          <p:cNvSpPr/>
          <p:nvPr/>
        </p:nvSpPr>
        <p:spPr>
          <a:xfrm>
            <a:off x="3680167" y="5615511"/>
            <a:ext cx="1263949" cy="6006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559BFCAD-6031-419B-BA5D-AC86047028A0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1395146" y="5291674"/>
            <a:ext cx="637547" cy="636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0CDC9C15-A918-09EE-638A-D3DD02A81EDC}"/>
              </a:ext>
            </a:extLst>
          </p:cNvPr>
          <p:cNvCxnSpPr>
            <a:cxnSpLocks/>
            <a:stCxn id="40" idx="2"/>
            <a:endCxn id="16" idx="0"/>
          </p:cNvCxnSpPr>
          <p:nvPr/>
        </p:nvCxnSpPr>
        <p:spPr>
          <a:xfrm>
            <a:off x="2032693" y="4453958"/>
            <a:ext cx="0" cy="468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5008FC55-33C6-C9C5-4EDE-B6708758C28D}"/>
              </a:ext>
            </a:extLst>
          </p:cNvPr>
          <p:cNvSpPr txBox="1"/>
          <p:nvPr/>
        </p:nvSpPr>
        <p:spPr>
          <a:xfrm>
            <a:off x="286077" y="5950075"/>
            <a:ext cx="24390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e-DE" sz="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de-DE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de-DE" sz="8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state</a:t>
            </a:r>
            <a:r>
              <a:rPr lang="de-DE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de-DE" sz="8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</a:t>
            </a:r>
            <a:r>
              <a:rPr lang="de-DE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de-DE" sz="8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GetGeocentricEquatorialState</a:t>
            </a:r>
            <a:r>
              <a:rPr lang="de-DE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de-DE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de-DE" sz="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PlanetId</a:t>
            </a:r>
            <a:r>
              <a:rPr lang="de-DE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.Mars</a:t>
            </a:r>
            <a:r>
              <a:rPr lang="de-DE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</a:p>
          <a:p>
            <a:r>
              <a:rPr lang="de-DE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   </a:t>
            </a:r>
            <a:r>
              <a:rPr lang="de-DE" sz="8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</a:t>
            </a:r>
            <a:r>
              <a:rPr lang="de-DE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de-DE" sz="8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FADF0D4-F645-BCB9-995A-C805DEBD49F0}"/>
              </a:ext>
            </a:extLst>
          </p:cNvPr>
          <p:cNvSpPr txBox="1"/>
          <p:nvPr/>
        </p:nvSpPr>
        <p:spPr>
          <a:xfrm>
            <a:off x="909404" y="4922342"/>
            <a:ext cx="224657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Ecliptic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Equatorial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128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Breitbild</PresentationFormat>
  <Paragraphs>64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Cascadia Mono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6</cp:revision>
  <dcterms:created xsi:type="dcterms:W3CDTF">2026-02-16T20:52:06Z</dcterms:created>
  <dcterms:modified xsi:type="dcterms:W3CDTF">2026-03-02T19:54:15Z</dcterms:modified>
</cp:coreProperties>
</file>