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D8C854-09A7-6B0C-E326-7C7D74F13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690E24-7EC0-41FA-ADC5-821647B48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98B878-680A-4D29-98CA-79D33B20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C5E63C-7B8A-0397-AB09-107885F2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B6BAD6-9FF6-2B66-7E53-383A6260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84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B0A29-159F-B544-D152-7CCC89E4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53C2F6-25E0-EDF2-F9DC-83A253F0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4D6281-7787-F9D1-BEC7-DCD33BAF5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41360B-3562-E0C4-B0B2-601B4B043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D28EC4-F9EA-7322-562D-62026554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220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37E3C-6035-81D3-748F-5CFCDAAA1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35A065-7FDB-8524-F094-07E7A41EB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A27486-A7C9-5029-C765-80437341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95AF6-F4C7-F217-8BAD-B2B28BF3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54024C-6D67-B725-3159-C0F5BE58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98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76558-9F60-1FD3-A916-04131189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2000A5-DB84-745D-9DB3-EB8E98EF6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B32CD5-3329-DFBD-DE93-59C17CB0C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886F1E-DBAA-806D-7B3F-FD9A2EF1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3FA2BE-CB05-9BE6-A949-2B1BB35C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3CC6BE-0E6C-E61E-AA4A-4B2C24B9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58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060DA0-1170-3DFA-362B-29EE1C80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1428DA-D1C2-54AF-2A26-EE695563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AC261E-E418-5170-CB04-F0F7CE36E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13E8F82-CFCF-BF9D-900E-98239E385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6C825B3-8DF0-F912-6869-C06E7A43B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5392D8A-81B1-0E5A-0CB0-CD6D3D3F0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2190F1D-F269-F0A0-48CC-5FC697E85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7CF69FC-F8CF-CD45-F956-4B17540E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72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6905F-D9C2-E290-7422-E2C78774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6F178D-16E2-A8A8-08D3-B5940053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9BD3D0-D636-D7B4-7D7A-A323EA87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4BA928-F10C-ACF1-780B-A83B11AD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967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71C7BC2-048E-85FF-4641-1853F2FF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001CF2A-BAB0-EACF-10CE-5205E5A2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ED61BC-434F-35A0-E46C-317AE1D6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36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10DB1-9850-563B-2F34-C18AE370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6C5379-1EAC-6F90-2949-DA706D9C0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A72D2E-7476-44FD-2945-C107FB437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205017-062B-C943-B366-6262B2622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27AB1C-6E59-71D6-4336-DDDDF159F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0ACE8E-EAA3-8A0D-86A0-79FCF248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85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B3A29-9B6C-B16C-7CFC-4DD8F808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9B2749-7A73-2663-70E3-C25226D0A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E0B750-CE89-C53A-24BA-D2EFF838D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545D65-FE75-CB82-7859-8F4F5FDB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06391A-F62B-AAB5-3F28-A9F72854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B0D08E-E2E3-85E6-04F9-EB23AAED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41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E9F7F3-36B9-D961-EB15-1605F3B2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2C8DB4-D329-AC2E-D821-1F09966A0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4367CA-B0B1-9B7D-D5D0-2F598A14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FA5DDC-5CFF-B3C7-D8A5-56563E972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50A7E8-32B8-9E1E-4BAF-AAA6A370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979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DE31E07-FD58-2F91-5CF1-21EA03F34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5CCBE6F-AB77-85EE-8B4D-A12288FFC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7FDD5D-C121-5117-55CF-C712EDD0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762FB2-CE84-159D-0A9C-B6182747A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50B5A2-8110-313B-4266-E4D88DF8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6978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658CC99-0750-E134-58B5-07D48967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F6D3D7-2419-6E52-01DB-487CFC18E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F5EDA9-5051-855C-F6B3-AAFB49601C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1345A-3BD0-4F25-A92E-01CE82664006}" type="datetimeFigureOut">
              <a:rPr lang="de-DE" smtClean="0"/>
              <a:t>10.04.2026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A9FCFB-439E-3521-6907-637D7ED40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E9BA26-BD4F-414C-7CC8-B0020E6C9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C76CA-215F-41D9-A858-91B2D5CC6E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568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311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1</cp:revision>
  <dcterms:created xsi:type="dcterms:W3CDTF">2026-04-10T08:25:41Z</dcterms:created>
  <dcterms:modified xsi:type="dcterms:W3CDTF">2026-04-10T08:26:18Z</dcterms:modified>
</cp:coreProperties>
</file>