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925" autoAdjust="0"/>
  </p:normalViewPr>
  <p:slideViewPr>
    <p:cSldViewPr snapToGrid="0">
      <p:cViewPr varScale="1">
        <p:scale>
          <a:sx n="96" d="100"/>
          <a:sy n="96" d="100"/>
        </p:scale>
        <p:origin x="11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08D0DC-A2A8-F311-7F62-DBF9C78B2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0D94E6-0B99-6AD3-28E3-547C17A3E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33F684-AB63-21BA-4C9F-5C5A2013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664EF5-E2DA-8B1F-AB23-7826257D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DB660B-AFAC-DC5A-6EC6-C66D84CB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845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B2B75-72D9-F7F7-66D5-6228FDC4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FC0BD8-7673-001D-33E1-8CF082B7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62F5DF-0235-BEED-A5EF-B4BF62BB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7802B7-02F2-2832-9736-228CA5F3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38A1CC-08B3-21CD-4549-5B921269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44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56DEC6-9F90-B2DF-8B67-087C73E5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1726E0-C82A-042D-D7E7-9C2A1360A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4A3B76-84A0-7CFD-5E38-FBED5581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637173-9701-0F56-7D7C-C4AB75CA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2C81D6-9125-04C7-8B50-1AF18DC1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437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F60DF-92A7-6B1F-EB37-B6F85398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613E8-61B7-E606-03F4-B9F7FA723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70AFE0-CB86-8B24-62FB-3731122BF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3A4D1F-3240-A397-6A3E-27925253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CCDC36-5C6D-E2F8-00D3-B1D750AB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2AEEF3-7936-462D-D1BF-CB848642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56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94B70E-9227-25EC-3D7C-A3945F66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DC9012-83B4-B1B9-BF95-7730A18BC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D799C9-A677-B92E-2635-86F1B11F6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E0B298-7B40-41F9-9621-1EDFA2AA1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3E98CD1-EF1A-167B-67BC-4593C9A92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A02CEA-B8EC-F180-B212-3DACEF7E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79BFAA-F415-8A9A-B7AE-00361605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F31DE8-DAE5-6202-99C0-93309FFE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906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5D278-5034-428F-CD44-A10BC5D2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BA0D1E-0476-53F2-FFCA-FDB4593B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2EC984-5627-F8AF-0A00-E2E3ACE8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6839F2-8A9B-0516-8F3A-DED14511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45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07F88F-F79F-6BC0-51FF-7044A923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705678-45F7-1C3D-E5F5-C0DA7CB5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E513EA-8984-CA59-2146-8854F92E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01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F6F63-B6DE-84D5-2099-485D8EFD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C1E154-C6E5-5440-0C39-FDDC4BDD6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52800D-6E70-A28F-468E-CB572E60D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A4B205-18D7-D5D5-E2C3-32264180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6A40E8-5BBF-340C-A661-114A311E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77EF049-B301-0AB7-0208-CB694E36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53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9F066-2B9B-3CEC-2D88-007ED99D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CB3C320-A4A6-627E-9CA1-C1E001B7F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05E104-7810-2919-CE1B-EBEB61AAA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113205-1816-C832-77BB-3B655223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99E86A-19DB-DDC6-38E2-111D8C92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1D8171-559C-8C24-D368-0FB49FCC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0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2B041-5827-5CA4-C92A-D3B80EB3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312924-AC3F-C095-1001-77836F5E6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F387C5-41E9-683F-0CF0-2AD39295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D1ACA5-D15E-0153-7CAF-31319D4C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19E30E-1648-E8BD-16E2-C6B715C6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61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0C154F5-7538-C2AB-2195-6ECA08DF7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C8FE44-D95F-A482-A578-79F56B352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564F18-6345-1C44-E7E0-3758AC0E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F5D1F9-BDE8-FD35-D00F-3774977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6F6F0C-CA67-22F7-7064-DB91AE8B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50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9DA86D-CB53-AE91-38D8-BFCBC714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85B2E7-7CC5-CF13-A9DD-58423FF30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B55009-6284-1541-8151-92C3646F4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AED6D-4E48-4CA5-B6CC-317D90654B0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F8BF1F-0F2D-D640-CFE3-ED1525A62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9355F0-E992-4F50-A09E-2B695AF81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6341B-2071-4F83-A977-EE0FE5941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30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663A8F0-60CE-BC72-7C85-D550A17D089F}"/>
              </a:ext>
            </a:extLst>
          </p:cNvPr>
          <p:cNvSpPr txBox="1"/>
          <p:nvPr/>
        </p:nvSpPr>
        <p:spPr>
          <a:xfrm>
            <a:off x="210312" y="192024"/>
            <a:ext cx="1919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AstronoSphere </a:t>
            </a:r>
          </a:p>
          <a:p>
            <a:r>
              <a:rPr lang="de-DE" b="1" dirty="0"/>
              <a:t>Precision Policy: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F7CCB32-0712-19E8-36AE-DA8F37A88668}"/>
              </a:ext>
            </a:extLst>
          </p:cNvPr>
          <p:cNvSpPr txBox="1"/>
          <p:nvPr/>
        </p:nvSpPr>
        <p:spPr>
          <a:xfrm>
            <a:off x="7945676" y="212154"/>
            <a:ext cx="20002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Rule1: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Define JD </a:t>
            </a:r>
            <a:r>
              <a:rPr lang="de-DE" sz="1200" dirty="0" err="1"/>
              <a:t>with</a:t>
            </a:r>
            <a:r>
              <a:rPr lang="de-DE" sz="1200" dirty="0"/>
              <a:t> &gt;= 9 </a:t>
            </a:r>
            <a:r>
              <a:rPr lang="de-DE" sz="1200" dirty="0" err="1"/>
              <a:t>digits</a:t>
            </a: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truncate</a:t>
            </a:r>
            <a:r>
              <a:rPr lang="de-DE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round</a:t>
            </a:r>
            <a:r>
              <a:rPr lang="de-DE" sz="1200" dirty="0"/>
              <a:t>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682D693-867B-AB57-8D4F-59722754EFAC}"/>
              </a:ext>
            </a:extLst>
          </p:cNvPr>
          <p:cNvSpPr txBox="1"/>
          <p:nvPr/>
        </p:nvSpPr>
        <p:spPr>
          <a:xfrm>
            <a:off x="2755434" y="660001"/>
            <a:ext cx="1828001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Experiment.json</a:t>
            </a:r>
            <a:endParaRPr lang="de-DE" dirty="0"/>
          </a:p>
          <a:p>
            <a:r>
              <a:rPr lang="de-DE" dirty="0" err="1"/>
              <a:t>OtherFiles.json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A488FD4-3351-131D-97BE-B4CD3E00DDEC}"/>
              </a:ext>
            </a:extLst>
          </p:cNvPr>
          <p:cNvSpPr txBox="1"/>
          <p:nvPr/>
        </p:nvSpPr>
        <p:spPr>
          <a:xfrm>
            <a:off x="2851198" y="1877833"/>
            <a:ext cx="163647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Read Interface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6785D6-2B86-4C4F-54D3-979236B07859}"/>
              </a:ext>
            </a:extLst>
          </p:cNvPr>
          <p:cNvSpPr txBox="1"/>
          <p:nvPr/>
        </p:nvSpPr>
        <p:spPr>
          <a:xfrm>
            <a:off x="2716835" y="2820617"/>
            <a:ext cx="18883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Calculation</a:t>
            </a:r>
            <a:endParaRPr lang="de-DE" dirty="0"/>
          </a:p>
          <a:p>
            <a:r>
              <a:rPr lang="de-DE" dirty="0" err="1"/>
              <a:t>Algo</a:t>
            </a:r>
            <a:r>
              <a:rPr lang="de-DE" dirty="0"/>
              <a:t>: </a:t>
            </a:r>
            <a:r>
              <a:rPr lang="de-DE" dirty="0" err="1"/>
              <a:t>StateVector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A749F67-9E5C-89EA-1235-7EA5CD93F8D3}"/>
              </a:ext>
            </a:extLst>
          </p:cNvPr>
          <p:cNvSpPr txBox="1"/>
          <p:nvPr/>
        </p:nvSpPr>
        <p:spPr>
          <a:xfrm>
            <a:off x="4949784" y="4769415"/>
            <a:ext cx="165320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Write Interface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A69A3DA-F481-9676-856B-FF9B8A235DD7}"/>
              </a:ext>
            </a:extLst>
          </p:cNvPr>
          <p:cNvSpPr txBox="1"/>
          <p:nvPr/>
        </p:nvSpPr>
        <p:spPr>
          <a:xfrm>
            <a:off x="5203819" y="3756470"/>
            <a:ext cx="115448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Calculate</a:t>
            </a:r>
            <a:endParaRPr lang="de-DE" dirty="0"/>
          </a:p>
          <a:p>
            <a:r>
              <a:rPr lang="de-DE" dirty="0"/>
              <a:t>Hash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1CA865-F7B5-C33D-DC7D-37B3DB7CFE38}"/>
              </a:ext>
            </a:extLst>
          </p:cNvPr>
          <p:cNvSpPr txBox="1"/>
          <p:nvPr/>
        </p:nvSpPr>
        <p:spPr>
          <a:xfrm>
            <a:off x="5088539" y="5865101"/>
            <a:ext cx="13756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Output.json</a:t>
            </a:r>
            <a:endParaRPr lang="de-DE" dirty="0"/>
          </a:p>
        </p:txBody>
      </p: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DC9E9B6E-AEB7-AD68-56E2-F09F00C6A9BC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>
            <a:off x="5413212" y="5501924"/>
            <a:ext cx="72635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DA41BCF-5777-F95B-3798-74958CA5CFD0}"/>
              </a:ext>
            </a:extLst>
          </p:cNvPr>
          <p:cNvCxnSpPr>
            <a:cxnSpLocks/>
            <a:stCxn id="8" idx="2"/>
            <a:endCxn id="61" idx="0"/>
          </p:cNvCxnSpPr>
          <p:nvPr/>
        </p:nvCxnSpPr>
        <p:spPr>
          <a:xfrm flipH="1">
            <a:off x="3661003" y="3466948"/>
            <a:ext cx="1" cy="424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1FECE08-DC7D-D00C-F841-33B5500C05E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661004" y="2247165"/>
            <a:ext cx="8431" cy="573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343CCDD-B549-9A72-44EE-CD3B82E6CAB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669435" y="1306332"/>
            <a:ext cx="0" cy="571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96A79046-24C1-216F-7496-B30EF4A0F193}"/>
              </a:ext>
            </a:extLst>
          </p:cNvPr>
          <p:cNvSpPr txBox="1"/>
          <p:nvPr/>
        </p:nvSpPr>
        <p:spPr>
          <a:xfrm>
            <a:off x="968506" y="1075500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Input Data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FE68AE9-15B1-FB1F-270A-929F7D4E388C}"/>
              </a:ext>
            </a:extLst>
          </p:cNvPr>
          <p:cNvSpPr txBox="1"/>
          <p:nvPr/>
        </p:nvSpPr>
        <p:spPr>
          <a:xfrm>
            <a:off x="968506" y="1945751"/>
            <a:ext cx="16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Input Interface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462223C-E36C-EB25-3EE7-D9EC2DDCBD64}"/>
              </a:ext>
            </a:extLst>
          </p:cNvPr>
          <p:cNvCxnSpPr>
            <a:cxnSpLocks/>
          </p:cNvCxnSpPr>
          <p:nvPr/>
        </p:nvCxnSpPr>
        <p:spPr>
          <a:xfrm>
            <a:off x="1762056" y="5501924"/>
            <a:ext cx="9190519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BEC6720-E444-A6FB-D5C4-E1E1B0A67B28}"/>
              </a:ext>
            </a:extLst>
          </p:cNvPr>
          <p:cNvCxnSpPr>
            <a:cxnSpLocks/>
          </p:cNvCxnSpPr>
          <p:nvPr/>
        </p:nvCxnSpPr>
        <p:spPr>
          <a:xfrm>
            <a:off x="1819519" y="4640506"/>
            <a:ext cx="9190519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A827735E-0C2B-C959-C640-AB02E4AD36FA}"/>
              </a:ext>
            </a:extLst>
          </p:cNvPr>
          <p:cNvCxnSpPr>
            <a:cxnSpLocks/>
          </p:cNvCxnSpPr>
          <p:nvPr/>
        </p:nvCxnSpPr>
        <p:spPr>
          <a:xfrm>
            <a:off x="1654265" y="2592894"/>
            <a:ext cx="9190519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5FA33418-F724-4090-399A-5C9D538C28C1}"/>
              </a:ext>
            </a:extLst>
          </p:cNvPr>
          <p:cNvCxnSpPr>
            <a:cxnSpLocks/>
          </p:cNvCxnSpPr>
          <p:nvPr/>
        </p:nvCxnSpPr>
        <p:spPr>
          <a:xfrm>
            <a:off x="1581613" y="1568265"/>
            <a:ext cx="9190519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7819643B-489E-1C0F-CEC3-77141EB32C16}"/>
              </a:ext>
            </a:extLst>
          </p:cNvPr>
          <p:cNvSpPr txBox="1"/>
          <p:nvPr/>
        </p:nvSpPr>
        <p:spPr>
          <a:xfrm>
            <a:off x="996601" y="3034502"/>
            <a:ext cx="120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Algo</a:t>
            </a:r>
            <a:r>
              <a:rPr lang="de-DE" dirty="0"/>
              <a:t> Layer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5C311B48-C065-1933-5913-DE4C7361CF1E}"/>
              </a:ext>
            </a:extLst>
          </p:cNvPr>
          <p:cNvSpPr txBox="1"/>
          <p:nvPr/>
        </p:nvSpPr>
        <p:spPr>
          <a:xfrm>
            <a:off x="972060" y="3813218"/>
            <a:ext cx="1754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Standardization</a:t>
            </a:r>
            <a:endParaRPr lang="de-DE" dirty="0"/>
          </a:p>
          <a:p>
            <a:r>
              <a:rPr lang="de-DE" dirty="0"/>
              <a:t>Layer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3BDED782-BA63-CC91-B207-729A54207D28}"/>
              </a:ext>
            </a:extLst>
          </p:cNvPr>
          <p:cNvSpPr txBox="1"/>
          <p:nvPr/>
        </p:nvSpPr>
        <p:spPr>
          <a:xfrm>
            <a:off x="1030297" y="5456706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Output Data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C4C006AD-4F16-71C5-2524-20F3237F2A06}"/>
              </a:ext>
            </a:extLst>
          </p:cNvPr>
          <p:cNvSpPr txBox="1"/>
          <p:nvPr/>
        </p:nvSpPr>
        <p:spPr>
          <a:xfrm>
            <a:off x="3040159" y="3891653"/>
            <a:ext cx="12416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Truncation</a:t>
            </a:r>
            <a:endParaRPr lang="de-DE" dirty="0"/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10DA76EF-E9AC-8FCF-E784-06B8EACD618C}"/>
              </a:ext>
            </a:extLst>
          </p:cNvPr>
          <p:cNvCxnSpPr>
            <a:cxnSpLocks/>
          </p:cNvCxnSpPr>
          <p:nvPr/>
        </p:nvCxnSpPr>
        <p:spPr>
          <a:xfrm>
            <a:off x="1819519" y="3681815"/>
            <a:ext cx="9190519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7F5A14E-8117-F66C-650C-0901002BFF9C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5776389" y="4402801"/>
            <a:ext cx="4672" cy="366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Verbinder: gewinkelt 70">
            <a:extLst>
              <a:ext uri="{FF2B5EF4-FFF2-40B4-BE49-F238E27FC236}">
                <a16:creationId xmlns:a16="http://schemas.microsoft.com/office/drawing/2014/main" id="{405D0FD5-7DF9-1560-ADEA-87846935F00E}"/>
              </a:ext>
            </a:extLst>
          </p:cNvPr>
          <p:cNvCxnSpPr>
            <a:stCxn id="61" idx="2"/>
            <a:endCxn id="9" idx="1"/>
          </p:cNvCxnSpPr>
          <p:nvPr/>
        </p:nvCxnSpPr>
        <p:spPr>
          <a:xfrm rot="16200000" flipH="1">
            <a:off x="3958845" y="3963142"/>
            <a:ext cx="693096" cy="12887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D6C8BCB6-90EF-58DC-9328-56C234380AAB}"/>
              </a:ext>
            </a:extLst>
          </p:cNvPr>
          <p:cNvSpPr txBox="1"/>
          <p:nvPr/>
        </p:nvSpPr>
        <p:spPr>
          <a:xfrm>
            <a:off x="996600" y="4632255"/>
            <a:ext cx="1827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Output Interface</a:t>
            </a:r>
          </a:p>
        </p:txBody>
      </p: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2BF447FC-C7ED-2DB4-6637-ABD9DDCE7075}"/>
              </a:ext>
            </a:extLst>
          </p:cNvPr>
          <p:cNvGrpSpPr/>
          <p:nvPr/>
        </p:nvGrpSpPr>
        <p:grpSpPr>
          <a:xfrm>
            <a:off x="4319354" y="5825598"/>
            <a:ext cx="633065" cy="786260"/>
            <a:chOff x="4261936" y="5593867"/>
            <a:chExt cx="633065" cy="786260"/>
          </a:xfrm>
        </p:grpSpPr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E9193CB2-746E-8318-A24B-7AC28C597936}"/>
                </a:ext>
              </a:extLst>
            </p:cNvPr>
            <p:cNvSpPr/>
            <p:nvPr/>
          </p:nvSpPr>
          <p:spPr>
            <a:xfrm>
              <a:off x="4261936" y="5593867"/>
              <a:ext cx="633065" cy="7862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C2E9086F-05B5-A961-FD72-58D7D2030097}"/>
                </a:ext>
              </a:extLst>
            </p:cNvPr>
            <p:cNvCxnSpPr/>
            <p:nvPr/>
          </p:nvCxnSpPr>
          <p:spPr>
            <a:xfrm>
              <a:off x="4398264" y="5730903"/>
              <a:ext cx="3017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251CA1B8-DBCC-71CC-CA4C-11C448C0F860}"/>
                </a:ext>
              </a:extLst>
            </p:cNvPr>
            <p:cNvCxnSpPr/>
            <p:nvPr/>
          </p:nvCxnSpPr>
          <p:spPr>
            <a:xfrm>
              <a:off x="4392828" y="5798606"/>
              <a:ext cx="3017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012DBEF9-610D-1037-A9A4-3D5EEDEA53E3}"/>
                </a:ext>
              </a:extLst>
            </p:cNvPr>
            <p:cNvCxnSpPr/>
            <p:nvPr/>
          </p:nvCxnSpPr>
          <p:spPr>
            <a:xfrm>
              <a:off x="4398264" y="5734598"/>
              <a:ext cx="3017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3D23F5C1-6D3E-69E9-A182-0BEB8CD9C34E}"/>
                </a:ext>
              </a:extLst>
            </p:cNvPr>
            <p:cNvCxnSpPr/>
            <p:nvPr/>
          </p:nvCxnSpPr>
          <p:spPr>
            <a:xfrm>
              <a:off x="4399686" y="5861406"/>
              <a:ext cx="3017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64B87B38-FC7C-230E-9ED4-4151848288A6}"/>
                </a:ext>
              </a:extLst>
            </p:cNvPr>
            <p:cNvCxnSpPr/>
            <p:nvPr/>
          </p:nvCxnSpPr>
          <p:spPr>
            <a:xfrm>
              <a:off x="4394250" y="5929109"/>
              <a:ext cx="3017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echteck 83">
            <a:extLst>
              <a:ext uri="{FF2B5EF4-FFF2-40B4-BE49-F238E27FC236}">
                <a16:creationId xmlns:a16="http://schemas.microsoft.com/office/drawing/2014/main" id="{926A86C0-E5CB-776C-160B-BF53FC336E22}"/>
              </a:ext>
            </a:extLst>
          </p:cNvPr>
          <p:cNvSpPr/>
          <p:nvPr/>
        </p:nvSpPr>
        <p:spPr>
          <a:xfrm>
            <a:off x="4772006" y="434533"/>
            <a:ext cx="633065" cy="786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2E1EC12-4B6B-06AA-F436-70BD7348CE61}"/>
              </a:ext>
            </a:extLst>
          </p:cNvPr>
          <p:cNvCxnSpPr/>
          <p:nvPr/>
        </p:nvCxnSpPr>
        <p:spPr>
          <a:xfrm>
            <a:off x="4908334" y="571569"/>
            <a:ext cx="301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B3D6C75D-1070-9038-CD15-4348E959F0B0}"/>
              </a:ext>
            </a:extLst>
          </p:cNvPr>
          <p:cNvCxnSpPr/>
          <p:nvPr/>
        </p:nvCxnSpPr>
        <p:spPr>
          <a:xfrm>
            <a:off x="4902898" y="639272"/>
            <a:ext cx="301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7E044A6B-1895-9AF5-8ADB-483E0BB60146}"/>
              </a:ext>
            </a:extLst>
          </p:cNvPr>
          <p:cNvCxnSpPr/>
          <p:nvPr/>
        </p:nvCxnSpPr>
        <p:spPr>
          <a:xfrm>
            <a:off x="4908334" y="575264"/>
            <a:ext cx="301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6266F291-996B-391D-E7EC-59100DEEFE32}"/>
              </a:ext>
            </a:extLst>
          </p:cNvPr>
          <p:cNvCxnSpPr/>
          <p:nvPr/>
        </p:nvCxnSpPr>
        <p:spPr>
          <a:xfrm>
            <a:off x="4909756" y="702072"/>
            <a:ext cx="301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DCC41205-6DB1-4F74-5901-5DB43F21680D}"/>
              </a:ext>
            </a:extLst>
          </p:cNvPr>
          <p:cNvCxnSpPr/>
          <p:nvPr/>
        </p:nvCxnSpPr>
        <p:spPr>
          <a:xfrm>
            <a:off x="4904320" y="769775"/>
            <a:ext cx="301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9EBB8D89-C205-9B3F-1F44-2179FE95A065}"/>
              </a:ext>
            </a:extLst>
          </p:cNvPr>
          <p:cNvSpPr/>
          <p:nvPr/>
        </p:nvSpPr>
        <p:spPr>
          <a:xfrm>
            <a:off x="4694580" y="367944"/>
            <a:ext cx="633065" cy="786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71F0C1D-3BEA-8E1F-05A3-C0C82D8F0C56}"/>
              </a:ext>
            </a:extLst>
          </p:cNvPr>
          <p:cNvSpPr txBox="1"/>
          <p:nvPr/>
        </p:nvSpPr>
        <p:spPr>
          <a:xfrm>
            <a:off x="7945676" y="1626032"/>
            <a:ext cx="13951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Rule2: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truncate</a:t>
            </a: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round</a:t>
            </a:r>
            <a:r>
              <a:rPr lang="de-DE" sz="1200" dirty="0"/>
              <a:t>.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CD1E1D7C-E4D4-940D-7AE2-BEB41B9587C2}"/>
              </a:ext>
            </a:extLst>
          </p:cNvPr>
          <p:cNvSpPr txBox="1"/>
          <p:nvPr/>
        </p:nvSpPr>
        <p:spPr>
          <a:xfrm>
            <a:off x="7945676" y="2664938"/>
            <a:ext cx="2911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Rule3: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/>
              <a:t>Calculations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full</a:t>
            </a:r>
            <a:r>
              <a:rPr lang="de-DE" sz="1200" dirty="0"/>
              <a:t> double </a:t>
            </a:r>
            <a:r>
              <a:rPr lang="de-DE" sz="1200" dirty="0" err="1"/>
              <a:t>precision</a:t>
            </a: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truncate</a:t>
            </a:r>
            <a:r>
              <a:rPr lang="de-DE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round</a:t>
            </a:r>
            <a:r>
              <a:rPr lang="de-DE" sz="1200" dirty="0"/>
              <a:t>.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A53488A2-AA05-4607-2532-2349C1813B73}"/>
              </a:ext>
            </a:extLst>
          </p:cNvPr>
          <p:cNvSpPr txBox="1"/>
          <p:nvPr/>
        </p:nvSpPr>
        <p:spPr>
          <a:xfrm>
            <a:off x="7965905" y="3677874"/>
            <a:ext cx="2945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Rule4: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/>
              <a:t>Standardize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Output and </a:t>
            </a:r>
            <a:r>
              <a:rPr lang="de-DE" sz="1200" dirty="0" err="1"/>
              <a:t>for</a:t>
            </a:r>
            <a:r>
              <a:rPr lang="de-DE" sz="1200" dirty="0"/>
              <a:t> Hashes: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</a:t>
            </a:r>
            <a:r>
              <a:rPr lang="de-DE" sz="1200" dirty="0" err="1"/>
              <a:t>truncate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exactly</a:t>
            </a:r>
            <a:r>
              <a:rPr lang="de-DE" sz="1200" dirty="0"/>
              <a:t> 9 </a:t>
            </a:r>
            <a:r>
              <a:rPr lang="de-DE" sz="1200" dirty="0" err="1"/>
              <a:t>digits</a:t>
            </a: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round</a:t>
            </a:r>
            <a:r>
              <a:rPr lang="de-DE" sz="1200" dirty="0"/>
              <a:t>.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B8E39452-F6C8-4762-1276-9D9685B59907}"/>
              </a:ext>
            </a:extLst>
          </p:cNvPr>
          <p:cNvSpPr txBox="1"/>
          <p:nvPr/>
        </p:nvSpPr>
        <p:spPr>
          <a:xfrm>
            <a:off x="7945676" y="4740651"/>
            <a:ext cx="23139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Rule5: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</a:t>
            </a:r>
            <a:r>
              <a:rPr lang="de-DE" sz="1200" dirty="0" err="1"/>
              <a:t>truncate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exactly</a:t>
            </a:r>
            <a:r>
              <a:rPr lang="de-DE" sz="1200" dirty="0"/>
              <a:t> 9 </a:t>
            </a:r>
            <a:r>
              <a:rPr lang="de-DE" sz="1200" dirty="0" err="1"/>
              <a:t>digits</a:t>
            </a: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Do not </a:t>
            </a:r>
            <a:r>
              <a:rPr lang="de-DE" sz="1200" dirty="0" err="1"/>
              <a:t>round</a:t>
            </a:r>
            <a:r>
              <a:rPr lang="de-DE" sz="1200" dirty="0"/>
              <a:t>.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FD053E29-F935-4E6C-9599-83AC4C9F75AC}"/>
              </a:ext>
            </a:extLst>
          </p:cNvPr>
          <p:cNvSpPr txBox="1"/>
          <p:nvPr/>
        </p:nvSpPr>
        <p:spPr>
          <a:xfrm>
            <a:off x="7965905" y="5641372"/>
            <a:ext cx="4126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rgbClr val="0070C0"/>
                </a:solidFill>
              </a:rPr>
              <a:t>Result</a:t>
            </a:r>
            <a:r>
              <a:rPr lang="de-DE" b="1" dirty="0">
                <a:solidFill>
                  <a:srgbClr val="0070C0"/>
                </a:solidFill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>
                <a:solidFill>
                  <a:srgbClr val="0070C0"/>
                </a:solidFill>
              </a:rPr>
              <a:t>Same </a:t>
            </a:r>
            <a:r>
              <a:rPr lang="de-DE" sz="1200" b="1" dirty="0" err="1">
                <a:solidFill>
                  <a:srgbClr val="0070C0"/>
                </a:solidFill>
              </a:rPr>
              <a:t>format</a:t>
            </a:r>
            <a:r>
              <a:rPr lang="de-DE" sz="1200" b="1" dirty="0">
                <a:solidFill>
                  <a:srgbClr val="0070C0"/>
                </a:solidFill>
              </a:rPr>
              <a:t>: </a:t>
            </a:r>
            <a:r>
              <a:rPr lang="de-DE" sz="1200" b="1" dirty="0" err="1">
                <a:solidFill>
                  <a:srgbClr val="0070C0"/>
                </a:solidFill>
              </a:rPr>
              <a:t>exactly</a:t>
            </a:r>
            <a:r>
              <a:rPr lang="de-DE" sz="1200" b="1" dirty="0">
                <a:solidFill>
                  <a:srgbClr val="0070C0"/>
                </a:solidFill>
              </a:rPr>
              <a:t> 9 </a:t>
            </a:r>
            <a:r>
              <a:rPr lang="de-DE" sz="1200" b="1" dirty="0" err="1">
                <a:solidFill>
                  <a:srgbClr val="0070C0"/>
                </a:solidFill>
              </a:rPr>
              <a:t>digits</a:t>
            </a:r>
            <a:endParaRPr lang="de-DE" sz="1200" b="1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 err="1">
                <a:solidFill>
                  <a:srgbClr val="0070C0"/>
                </a:solidFill>
              </a:rPr>
              <a:t>No</a:t>
            </a:r>
            <a:r>
              <a:rPr lang="de-DE" sz="1200" b="1" dirty="0">
                <a:solidFill>
                  <a:srgbClr val="0070C0"/>
                </a:solidFill>
              </a:rPr>
              <a:t> intermediate </a:t>
            </a:r>
            <a:r>
              <a:rPr lang="de-DE" sz="1200" b="1" dirty="0" err="1">
                <a:solidFill>
                  <a:srgbClr val="0070C0"/>
                </a:solidFill>
              </a:rPr>
              <a:t>rounding</a:t>
            </a:r>
            <a:r>
              <a:rPr lang="de-DE" sz="1200" b="1" dirty="0">
                <a:solidFill>
                  <a:srgbClr val="0070C0"/>
                </a:solidFill>
              </a:rPr>
              <a:t> </a:t>
            </a:r>
            <a:r>
              <a:rPr lang="de-DE" sz="1200" b="1" dirty="0" err="1">
                <a:solidFill>
                  <a:srgbClr val="0070C0"/>
                </a:solidFill>
              </a:rPr>
              <a:t>throughout</a:t>
            </a:r>
            <a:r>
              <a:rPr lang="de-DE" sz="1200" b="1" dirty="0">
                <a:solidFill>
                  <a:srgbClr val="0070C0"/>
                </a:solidFill>
              </a:rPr>
              <a:t> </a:t>
            </a:r>
            <a:r>
              <a:rPr lang="de-DE" sz="1200" b="1" dirty="0" err="1">
                <a:solidFill>
                  <a:srgbClr val="0070C0"/>
                </a:solidFill>
              </a:rPr>
              <a:t>the</a:t>
            </a:r>
            <a:r>
              <a:rPr lang="de-DE" sz="1200" b="1" dirty="0">
                <a:solidFill>
                  <a:srgbClr val="0070C0"/>
                </a:solidFill>
              </a:rPr>
              <a:t> </a:t>
            </a:r>
            <a:r>
              <a:rPr lang="de-DE" sz="1200" b="1" dirty="0" err="1">
                <a:solidFill>
                  <a:srgbClr val="0070C0"/>
                </a:solidFill>
              </a:rPr>
              <a:t>entire</a:t>
            </a:r>
            <a:r>
              <a:rPr lang="de-DE" sz="1200" b="1" dirty="0">
                <a:solidFill>
                  <a:srgbClr val="0070C0"/>
                </a:solidFill>
              </a:rPr>
              <a:t> </a:t>
            </a:r>
            <a:r>
              <a:rPr lang="de-DE" sz="1200" b="1" dirty="0" err="1">
                <a:solidFill>
                  <a:srgbClr val="0070C0"/>
                </a:solidFill>
              </a:rPr>
              <a:t>chain</a:t>
            </a:r>
            <a:r>
              <a:rPr lang="de-DE" sz="1200" b="1" dirty="0">
                <a:solidFill>
                  <a:srgbClr val="0070C0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>
                <a:solidFill>
                  <a:srgbClr val="0070C0"/>
                </a:solidFill>
              </a:rPr>
              <a:t>Konsistent </a:t>
            </a:r>
            <a:r>
              <a:rPr lang="de-DE" sz="1200" b="1" dirty="0" err="1">
                <a:solidFill>
                  <a:srgbClr val="0070C0"/>
                </a:solidFill>
              </a:rPr>
              <a:t>data</a:t>
            </a:r>
            <a:r>
              <a:rPr lang="de-DE" sz="1200" b="1" dirty="0">
                <a:solidFill>
                  <a:srgbClr val="0070C0"/>
                </a:solidFill>
              </a:rPr>
              <a:t> </a:t>
            </a:r>
            <a:r>
              <a:rPr lang="de-DE" sz="1200" b="1" dirty="0" err="1">
                <a:solidFill>
                  <a:srgbClr val="0070C0"/>
                </a:solidFill>
              </a:rPr>
              <a:t>set</a:t>
            </a:r>
            <a:r>
              <a:rPr lang="de-DE" sz="1200" b="1" dirty="0">
                <a:solidFill>
                  <a:srgbClr val="0070C0"/>
                </a:solidFill>
              </a:rPr>
              <a:t>: JD + </a:t>
            </a:r>
            <a:r>
              <a:rPr lang="de-DE" sz="1200" b="1" dirty="0" err="1">
                <a:solidFill>
                  <a:srgbClr val="0070C0"/>
                </a:solidFill>
              </a:rPr>
              <a:t>StateVector</a:t>
            </a:r>
            <a:r>
              <a:rPr lang="de-DE" sz="1200" b="1" dirty="0">
                <a:solidFill>
                  <a:srgbClr val="0070C0"/>
                </a:solidFill>
              </a:rPr>
              <a:t>.</a:t>
            </a: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390BA401-0A50-324F-E9E2-7C5040BC67B9}"/>
              </a:ext>
            </a:extLst>
          </p:cNvPr>
          <p:cNvCxnSpPr>
            <a:stCxn id="61" idx="3"/>
            <a:endCxn id="10" idx="1"/>
          </p:cNvCxnSpPr>
          <p:nvPr/>
        </p:nvCxnSpPr>
        <p:spPr>
          <a:xfrm>
            <a:off x="4281846" y="4076319"/>
            <a:ext cx="921973" cy="3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3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Breitbild</PresentationFormat>
  <Paragraphs>41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5</cp:revision>
  <dcterms:created xsi:type="dcterms:W3CDTF">2026-05-15T20:37:28Z</dcterms:created>
  <dcterms:modified xsi:type="dcterms:W3CDTF">2026-06-10T18:58:26Z</dcterms:modified>
</cp:coreProperties>
</file>