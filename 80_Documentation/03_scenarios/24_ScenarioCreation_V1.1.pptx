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E0EB7-F752-62EB-1894-46FCD7BC8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FF747A-5B88-D23F-911B-5099CA493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1AB1F-BC47-8416-3BDA-7F88B723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F4C93-2BBC-1683-1EE9-BC91F278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56AA0-6553-C78F-4147-C6E889EA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22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82DE4-86FB-6905-EFB5-52176848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5B82B-0A99-C865-3E59-BC7314B8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1E7BD3-E38F-2886-3E9A-2BA63845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EC293-923F-4573-6950-3D2F0CAA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F62054-3B9F-631A-39F3-E606CC48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69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3B00C-43CC-8729-E588-DE7B780C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7D4271-1E3A-9D23-79A2-370E10D5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91A15-AC6C-0D42-FB1E-74FF331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D622B-5C1B-EF00-B0B2-A3FE8B1A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2B396-1CAF-A181-881D-13FCE800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2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794B3-EAD8-EB1B-05DF-93B036E7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A27EA-F132-4985-0044-1D8D1CB36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71FB6C-41B6-9E57-D85E-392D9DA1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48FC0A-3144-827F-A240-18375BF5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B427D7-BE9A-D320-1A2D-24F13AB0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D6494A-4D63-8728-AAF9-B5B36110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62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FF236-96B5-8691-FA2F-CF1C5351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F2EA91-A20C-198C-59FC-490A9F50A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56F8A4-12F4-7AC8-E7D9-9A380B0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E462FA-B3FD-33DE-3A9F-C02FC6FD1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83BA9F-68B6-6BC6-BBA4-F381738E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27768B-424F-83E4-33F6-4216BBF5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3D4B7BD-5E9D-DA3A-B683-7D4CDED0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107DC4-06C0-7495-BAA7-6E716040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54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9B399-CFB0-A80F-7D6F-A8B27492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306A6F-899D-9F6D-8A48-908BAC9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82E50-748F-9086-A25A-55D383A8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6CF71D-A163-0480-735B-D03E66A4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25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EF403E-596F-64F1-7EFF-0BA046E9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373AD4-93C5-FF79-5D80-6CED78CD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7CB22A-FC32-EF11-1721-3026281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99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1015E-EC8A-3D83-99AA-0C25BECA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3C75D-3C00-EEF7-E828-3AE60C69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F7ED0A-B04D-1C96-4DF4-2E75E371D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305AE3-6D90-F609-8181-7B417EA7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274154-8543-616F-97F8-967F21F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432313-B0B1-F7D5-4F08-75AE8990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8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30F18-7A68-9E90-BEAF-BDA647DC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F35E2C-DE49-0BAB-398B-1510E0CAD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1F2BF6-1998-3C89-1F4D-2A14FFBF3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4591ED-C923-F717-0208-1019BA81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8C6F09-B063-7550-3A3C-5C4D0CE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0E0CBE-C542-B481-EE35-0E21263E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51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F9441-01D2-0BEE-58A1-B3D9CA8D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F31619-6B5E-5DCD-E562-51389989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24B4C2-7F05-5E4E-7E38-968B90BC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A8EA35-BCA3-C078-AD07-AC6EAF5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92B75-1872-EF78-4AD2-9920D7CB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4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6C429A-4622-98B8-F3D8-7138CCED1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97309D-B83F-DA43-6A00-5F6C7CAE9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201533-E849-EC2C-D4E4-AD021A2F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BD277F-7B03-36EE-D6FB-3AE9202B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946EAA-3B93-5DA5-686A-6B91BD93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5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7C35CA-E73E-2275-01F6-3C605AF2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BF3D5-852E-0056-9EFE-7046583A7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9A1808-08F8-F3AA-F006-CDE020B27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BC3A6-A4F9-4AFB-0F13-4183B5D82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1EA3C-DE81-39F3-0B04-F06240701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48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50B49D8E-656D-7513-C685-EFD7D0A1BDF8}"/>
              </a:ext>
            </a:extLst>
          </p:cNvPr>
          <p:cNvSpPr/>
          <p:nvPr/>
        </p:nvSpPr>
        <p:spPr>
          <a:xfrm>
            <a:off x="8007669" y="1895321"/>
            <a:ext cx="2978240" cy="47925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A34C8B76-C75F-39CC-82E2-ACF89631CEB0}"/>
              </a:ext>
            </a:extLst>
          </p:cNvPr>
          <p:cNvSpPr/>
          <p:nvPr/>
        </p:nvSpPr>
        <p:spPr>
          <a:xfrm>
            <a:off x="951527" y="1895320"/>
            <a:ext cx="2321951" cy="48963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ABE337-5E50-7A9B-2D8C-339B4D0FF5BF}"/>
              </a:ext>
            </a:extLst>
          </p:cNvPr>
          <p:cNvSpPr/>
          <p:nvPr/>
        </p:nvSpPr>
        <p:spPr>
          <a:xfrm>
            <a:off x="1962143" y="970763"/>
            <a:ext cx="1248696" cy="786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40879A-9AE1-6854-6586-D5A0975DC715}"/>
              </a:ext>
            </a:extLst>
          </p:cNvPr>
          <p:cNvSpPr txBox="1"/>
          <p:nvPr/>
        </p:nvSpPr>
        <p:spPr>
          <a:xfrm>
            <a:off x="2087128" y="989553"/>
            <a:ext cx="106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AstronoLab</a:t>
            </a:r>
            <a:endParaRPr lang="de-DE" dirty="0">
              <a:highlight>
                <a:srgbClr val="FFFF00"/>
              </a:highlight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90F3407-B35B-09A3-0832-DCFBC32EEBE6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86491" y="272937"/>
            <a:ext cx="0" cy="697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4D2CD4F-23DB-7154-19F4-928F3C45F547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2586491" y="1757441"/>
            <a:ext cx="5750" cy="72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DC49807-27CD-A449-6540-DD0D2A2C1AE4}"/>
              </a:ext>
            </a:extLst>
          </p:cNvPr>
          <p:cNvSpPr/>
          <p:nvPr/>
        </p:nvSpPr>
        <p:spPr>
          <a:xfrm>
            <a:off x="2122830" y="2487403"/>
            <a:ext cx="938821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New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C067002-4067-8EBC-8CD8-A3CAACFE7171}"/>
              </a:ext>
            </a:extLst>
          </p:cNvPr>
          <p:cNvSpPr txBox="1"/>
          <p:nvPr/>
        </p:nvSpPr>
        <p:spPr>
          <a:xfrm>
            <a:off x="1720392" y="271484"/>
            <a:ext cx="733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>
                <a:solidFill>
                  <a:srgbClr val="FF0000"/>
                </a:solidFill>
              </a:rPr>
              <a:t>Review!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E7C7765-F21C-602A-3F0B-28E8C10E2630}"/>
              </a:ext>
            </a:extLst>
          </p:cNvPr>
          <p:cNvSpPr/>
          <p:nvPr/>
        </p:nvSpPr>
        <p:spPr>
          <a:xfrm>
            <a:off x="3776220" y="88490"/>
            <a:ext cx="4050258" cy="65993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D00C2DF-4C1A-2AE0-1DBF-66E1426E52FD}"/>
              </a:ext>
            </a:extLst>
          </p:cNvPr>
          <p:cNvSpPr/>
          <p:nvPr/>
        </p:nvSpPr>
        <p:spPr>
          <a:xfrm>
            <a:off x="4321459" y="84592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965B3D9-DD7D-2DDC-3D0C-6AC611497660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4945807" y="1379322"/>
            <a:ext cx="6141" cy="179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F97872AC-A8B7-6288-1906-8FB9F48B166B}"/>
              </a:ext>
            </a:extLst>
          </p:cNvPr>
          <p:cNvSpPr/>
          <p:nvPr/>
        </p:nvSpPr>
        <p:spPr>
          <a:xfrm>
            <a:off x="4327600" y="155856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CoreHash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from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E75FAA0-B1BD-7D62-3B6E-E13D99493AE4}"/>
              </a:ext>
            </a:extLst>
          </p:cNvPr>
          <p:cNvSpPr/>
          <p:nvPr/>
        </p:nvSpPr>
        <p:spPr>
          <a:xfrm>
            <a:off x="6094399" y="2279680"/>
            <a:ext cx="1515769" cy="847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</a:t>
            </a:r>
            <a:r>
              <a:rPr lang="de-DE" sz="1200" dirty="0" err="1">
                <a:solidFill>
                  <a:schemeClr val="tx1"/>
                </a:solidFill>
              </a:rPr>
              <a:t>skip</a:t>
            </a:r>
            <a:r>
              <a:rPr lang="de-DE" sz="1200" dirty="0">
                <a:solidFill>
                  <a:schemeClr val="tx1"/>
                </a:solidFill>
              </a:rPr>
              <a:t>, log and </a:t>
            </a:r>
            <a:r>
              <a:rPr lang="de-DE" sz="1200" dirty="0" err="1">
                <a:solidFill>
                  <a:schemeClr val="tx1"/>
                </a:solidFill>
              </a:rPr>
              <a:t>move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„</a:t>
            </a:r>
            <a:r>
              <a:rPr lang="de-DE" sz="1200" dirty="0" err="1">
                <a:solidFill>
                  <a:schemeClr val="tx1"/>
                </a:solidFill>
              </a:rPr>
              <a:t>Rejected</a:t>
            </a:r>
            <a:r>
              <a:rPr lang="de-DE" sz="1200" dirty="0">
                <a:solidFill>
                  <a:schemeClr val="tx1"/>
                </a:solidFill>
              </a:rPr>
              <a:t>“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569B3D9-D871-A9EE-6246-4B9E6B2FD9BA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flipH="1">
            <a:off x="4945807" y="2091963"/>
            <a:ext cx="6141" cy="18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F949026-7BD9-7A6C-27DE-1215800C0A29}"/>
              </a:ext>
            </a:extLst>
          </p:cNvPr>
          <p:cNvSpPr/>
          <p:nvPr/>
        </p:nvSpPr>
        <p:spPr>
          <a:xfrm>
            <a:off x="4031408" y="2279679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97DEA5C-4A76-A5B7-6B85-E78437DFFC3A}"/>
              </a:ext>
            </a:extLst>
          </p:cNvPr>
          <p:cNvCxnSpPr>
            <a:cxnSpLocks/>
            <a:stCxn id="52" idx="3"/>
            <a:endCxn id="49" idx="1"/>
          </p:cNvCxnSpPr>
          <p:nvPr/>
        </p:nvCxnSpPr>
        <p:spPr>
          <a:xfrm>
            <a:off x="5860205" y="2703522"/>
            <a:ext cx="2341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C8611909-E247-D0EC-1943-8C38B90FE062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>
            <a:off x="4945807" y="3127365"/>
            <a:ext cx="0" cy="17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FD435C70-6B89-8E2C-D2B6-CC1DFF85889B}"/>
              </a:ext>
            </a:extLst>
          </p:cNvPr>
          <p:cNvSpPr/>
          <p:nvPr/>
        </p:nvSpPr>
        <p:spPr>
          <a:xfrm>
            <a:off x="1491648" y="443610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Processed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6DC35673-7338-7803-2D28-AB2E62AAA7E1}"/>
              </a:ext>
            </a:extLst>
          </p:cNvPr>
          <p:cNvSpPr/>
          <p:nvPr/>
        </p:nvSpPr>
        <p:spPr>
          <a:xfrm>
            <a:off x="4321459" y="330119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Determine</a:t>
            </a:r>
            <a:r>
              <a:rPr lang="de-DE" sz="1200" dirty="0">
                <a:solidFill>
                  <a:schemeClr val="tx1"/>
                </a:solidFill>
              </a:rPr>
              <a:t> Scenario </a:t>
            </a:r>
            <a:r>
              <a:rPr lang="de-DE" sz="1200" dirty="0" err="1">
                <a:solidFill>
                  <a:schemeClr val="tx1"/>
                </a:solidFill>
              </a:rPr>
              <a:t>Number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870ADA2F-A0A1-C206-41FE-013F13E10AA2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4945807" y="3834592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9940F44B-5DB0-7516-BC4E-F783CC717BED}"/>
              </a:ext>
            </a:extLst>
          </p:cNvPr>
          <p:cNvSpPr/>
          <p:nvPr/>
        </p:nvSpPr>
        <p:spPr>
          <a:xfrm>
            <a:off x="4321459" y="408928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SHG Scenario</a:t>
            </a: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670F477-9528-5323-E421-C04ADEAD8AFE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>
            <a:off x="4945807" y="4622688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E304FF4D-1309-3BCC-2978-248B9225B3EE}"/>
              </a:ext>
            </a:extLst>
          </p:cNvPr>
          <p:cNvSpPr/>
          <p:nvPr/>
        </p:nvSpPr>
        <p:spPr>
          <a:xfrm>
            <a:off x="4321459" y="4877384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Write Scenario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OC/</a:t>
            </a:r>
            <a:r>
              <a:rPr lang="de-DE" sz="1200" dirty="0" err="1">
                <a:solidFill>
                  <a:schemeClr val="tx1"/>
                </a:solidFill>
              </a:rPr>
              <a:t>Created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4E57FBB7-05CA-5615-DDB6-4D8BF8DB4BC9}"/>
              </a:ext>
            </a:extLst>
          </p:cNvPr>
          <p:cNvSpPr/>
          <p:nvPr/>
        </p:nvSpPr>
        <p:spPr>
          <a:xfrm>
            <a:off x="1530526" y="5353050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D6E9A9A-6525-8227-0B58-30E690C65F1F}"/>
              </a:ext>
            </a:extLst>
          </p:cNvPr>
          <p:cNvSpPr txBox="1"/>
          <p:nvPr/>
        </p:nvSpPr>
        <p:spPr>
          <a:xfrm>
            <a:off x="987373" y="6454012"/>
            <a:ext cx="2321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01_CandidateData</a:t>
            </a:r>
            <a:endParaRPr lang="de-DE" dirty="0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6BE0428F-2701-94D7-F35D-D115FCE8C2C2}"/>
              </a:ext>
            </a:extLst>
          </p:cNvPr>
          <p:cNvSpPr/>
          <p:nvPr/>
        </p:nvSpPr>
        <p:spPr>
          <a:xfrm>
            <a:off x="9105275" y="2190750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31EE0AC9-28D2-B0F4-802A-3AF01C5C6790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>
            <a:off x="9729623" y="2724150"/>
            <a:ext cx="7589" cy="831738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C1D0D5E5-0202-EDF9-49BB-9FF5E322AE9B}"/>
              </a:ext>
            </a:extLst>
          </p:cNvPr>
          <p:cNvSpPr/>
          <p:nvPr/>
        </p:nvSpPr>
        <p:spPr>
          <a:xfrm>
            <a:off x="9112864" y="355588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C4D3098A-F125-0B64-F39A-7A1EF178A1BC}"/>
              </a:ext>
            </a:extLst>
          </p:cNvPr>
          <p:cNvSpPr txBox="1"/>
          <p:nvPr/>
        </p:nvSpPr>
        <p:spPr>
          <a:xfrm>
            <a:off x="8097604" y="6315323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02_ObservationCatalog</a:t>
            </a:r>
            <a:endParaRPr lang="de-DE" dirty="0"/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3E1C1695-B0FC-3691-43A4-259F01E5F4AA}"/>
              </a:ext>
            </a:extLst>
          </p:cNvPr>
          <p:cNvSpPr/>
          <p:nvPr/>
        </p:nvSpPr>
        <p:spPr>
          <a:xfrm>
            <a:off x="4139381" y="5665480"/>
            <a:ext cx="1632154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r>
              <a:rPr lang="de-DE" sz="1200" dirty="0">
                <a:solidFill>
                  <a:schemeClr val="tx1"/>
                </a:solidFill>
              </a:rPr>
              <a:t>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CD/</a:t>
            </a:r>
            <a:r>
              <a:rPr lang="de-DE" sz="1200" dirty="0" err="1">
                <a:solidFill>
                  <a:schemeClr val="tx1"/>
                </a:solidFill>
              </a:rPr>
              <a:t>Processed</a:t>
            </a:r>
            <a:endParaRPr lang="de-DE" sz="1200" dirty="0">
              <a:solidFill>
                <a:schemeClr val="tx1"/>
              </a:solidFill>
            </a:endParaRP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03BED8F5-D850-0A68-467D-EB91177E3541}"/>
              </a:ext>
            </a:extLst>
          </p:cNvPr>
          <p:cNvGrpSpPr/>
          <p:nvPr/>
        </p:nvGrpSpPr>
        <p:grpSpPr>
          <a:xfrm>
            <a:off x="1904725" y="86958"/>
            <a:ext cx="311148" cy="634999"/>
            <a:chOff x="1168400" y="2952750"/>
            <a:chExt cx="311148" cy="634999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8502F2F9-8B7C-3D4D-E6E3-D3C54FF69C32}"/>
                </a:ext>
              </a:extLst>
            </p:cNvPr>
            <p:cNvSpPr/>
            <p:nvPr/>
          </p:nvSpPr>
          <p:spPr>
            <a:xfrm>
              <a:off x="1244600" y="2952750"/>
              <a:ext cx="152399" cy="1523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B451D6D8-9AB6-35D3-32B1-58E481E4BD30}"/>
                </a:ext>
              </a:extLst>
            </p:cNvPr>
            <p:cNvCxnSpPr>
              <a:stCxn id="114" idx="4"/>
            </p:cNvCxnSpPr>
            <p:nvPr/>
          </p:nvCxnSpPr>
          <p:spPr>
            <a:xfrm flipH="1">
              <a:off x="1314450" y="3105149"/>
              <a:ext cx="6350" cy="3238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0BC467FA-37D0-C938-B390-5E6A15D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429000"/>
              <a:ext cx="146050" cy="1523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963B27DF-0919-A65E-19EB-D216DBE9D1E7}"/>
                </a:ext>
              </a:extLst>
            </p:cNvPr>
            <p:cNvCxnSpPr>
              <a:cxnSpLocks/>
            </p:cNvCxnSpPr>
            <p:nvPr/>
          </p:nvCxnSpPr>
          <p:spPr>
            <a:xfrm>
              <a:off x="1314450" y="3429000"/>
              <a:ext cx="123825" cy="1587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6E7474E2-66BC-9D5A-E22B-16CA6C746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205163"/>
              <a:ext cx="3111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feld 118">
            <a:extLst>
              <a:ext uri="{FF2B5EF4-FFF2-40B4-BE49-F238E27FC236}">
                <a16:creationId xmlns:a16="http://schemas.microsoft.com/office/drawing/2014/main" id="{AF2E565A-956A-8268-D57C-57DD083422CD}"/>
              </a:ext>
            </a:extLst>
          </p:cNvPr>
          <p:cNvSpPr txBox="1"/>
          <p:nvPr/>
        </p:nvSpPr>
        <p:spPr>
          <a:xfrm>
            <a:off x="2620287" y="362133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run</a:t>
            </a:r>
            <a:endParaRPr lang="de-DE" sz="1200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D55FF450-ADC8-17B7-65F5-13BAD5443932}"/>
              </a:ext>
            </a:extLst>
          </p:cNvPr>
          <p:cNvSpPr txBox="1"/>
          <p:nvPr/>
        </p:nvSpPr>
        <p:spPr>
          <a:xfrm>
            <a:off x="6332170" y="1075157"/>
            <a:ext cx="12486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  <a:highlight>
                  <a:srgbClr val="FFFF00"/>
                </a:highlight>
              </a:rPr>
              <a:t>02_SHG</a:t>
            </a:r>
          </a:p>
          <a:p>
            <a:r>
              <a:rPr lang="de-DE" dirty="0">
                <a:highlight>
                  <a:srgbClr val="FFFF00"/>
                </a:highlight>
                <a:sym typeface="Wingdings" panose="05000000000000000000" pitchFamily="2" charset="2"/>
              </a:rPr>
              <a:t> </a:t>
            </a:r>
            <a:r>
              <a:rPr lang="de-DE" i="1" dirty="0" err="1">
                <a:highlight>
                  <a:srgbClr val="FFFF00"/>
                </a:highlight>
                <a:sym typeface="Wingdings" panose="05000000000000000000" pitchFamily="2" charset="2"/>
              </a:rPr>
              <a:t>AstronoID</a:t>
            </a:r>
            <a:endParaRPr lang="de-DE" i="1" dirty="0">
              <a:highlight>
                <a:srgbClr val="FFFF00"/>
              </a:highlight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59D4A7C3-F53B-0006-5ED2-23D7D1E72629}"/>
              </a:ext>
            </a:extLst>
          </p:cNvPr>
          <p:cNvSpPr/>
          <p:nvPr/>
        </p:nvSpPr>
        <p:spPr>
          <a:xfrm>
            <a:off x="10432212" y="14207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026C6623-26D0-6EC4-88CC-5D5C7C9323D3}"/>
              </a:ext>
            </a:extLst>
          </p:cNvPr>
          <p:cNvSpPr txBox="1"/>
          <p:nvPr/>
        </p:nvSpPr>
        <p:spPr>
          <a:xfrm>
            <a:off x="10522807" y="252185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09CA8F3C-6C95-3D9A-8757-F0E99D2CDCC8}"/>
              </a:ext>
            </a:extLst>
          </p:cNvPr>
          <p:cNvCxnSpPr>
            <a:cxnSpLocks/>
            <a:stCxn id="77" idx="2"/>
            <a:endCxn id="105" idx="0"/>
          </p:cNvCxnSpPr>
          <p:nvPr/>
        </p:nvCxnSpPr>
        <p:spPr>
          <a:xfrm>
            <a:off x="4945807" y="5410784"/>
            <a:ext cx="9651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aute 132">
            <a:extLst>
              <a:ext uri="{FF2B5EF4-FFF2-40B4-BE49-F238E27FC236}">
                <a16:creationId xmlns:a16="http://schemas.microsoft.com/office/drawing/2014/main" id="{765D7C95-D532-76EF-3400-3DDC4F50B29B}"/>
              </a:ext>
            </a:extLst>
          </p:cNvPr>
          <p:cNvSpPr/>
          <p:nvPr/>
        </p:nvSpPr>
        <p:spPr>
          <a:xfrm>
            <a:off x="-240437" y="7353291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9A4047A3-0674-7A4C-8041-AF56C2A38A8B}"/>
              </a:ext>
            </a:extLst>
          </p:cNvPr>
          <p:cNvSpPr txBox="1"/>
          <p:nvPr/>
        </p:nvSpPr>
        <p:spPr>
          <a:xfrm>
            <a:off x="7009144" y="5831436"/>
            <a:ext cx="8708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*OC/</a:t>
            </a:r>
            <a:r>
              <a:rPr lang="de-DE" sz="900" dirty="0" err="1">
                <a:solidFill>
                  <a:schemeClr val="tx1"/>
                </a:solidFill>
              </a:rPr>
              <a:t>Created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OC/</a:t>
            </a:r>
            <a:r>
              <a:rPr lang="de-DE" sz="900" dirty="0" err="1">
                <a:solidFill>
                  <a:schemeClr val="tx1"/>
                </a:solidFill>
              </a:rPr>
              <a:t>Released</a:t>
            </a:r>
            <a:endParaRPr lang="de-DE" sz="900" dirty="0"/>
          </a:p>
        </p:txBody>
      </p: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3B931583-5F80-DE01-9196-DCFD54CF4EA6}"/>
              </a:ext>
            </a:extLst>
          </p:cNvPr>
          <p:cNvCxnSpPr>
            <a:stCxn id="49" idx="2"/>
            <a:endCxn id="80" idx="2"/>
          </p:cNvCxnSpPr>
          <p:nvPr/>
        </p:nvCxnSpPr>
        <p:spPr>
          <a:xfrm rot="5400000">
            <a:off x="3108016" y="2142182"/>
            <a:ext cx="2759084" cy="4729453"/>
          </a:xfrm>
          <a:prstGeom prst="bentConnector3">
            <a:avLst>
              <a:gd name="adj1" fmla="val 1214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Verbinder: gewinkelt 140">
            <a:extLst>
              <a:ext uri="{FF2B5EF4-FFF2-40B4-BE49-F238E27FC236}">
                <a16:creationId xmlns:a16="http://schemas.microsoft.com/office/drawing/2014/main" id="{1423940F-C446-927B-9532-6204A1AB8FEC}"/>
              </a:ext>
            </a:extLst>
          </p:cNvPr>
          <p:cNvCxnSpPr>
            <a:cxnSpLocks/>
            <a:stCxn id="105" idx="1"/>
            <a:endCxn id="63" idx="3"/>
          </p:cNvCxnSpPr>
          <p:nvPr/>
        </p:nvCxnSpPr>
        <p:spPr>
          <a:xfrm rot="10800000">
            <a:off x="2740345" y="4702808"/>
            <a:ext cx="1399037" cy="12293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erbinder: gewinkelt 143">
            <a:extLst>
              <a:ext uri="{FF2B5EF4-FFF2-40B4-BE49-F238E27FC236}">
                <a16:creationId xmlns:a16="http://schemas.microsoft.com/office/drawing/2014/main" id="{ED586386-FBD8-3FB0-1D8E-E0BF99163B32}"/>
              </a:ext>
            </a:extLst>
          </p:cNvPr>
          <p:cNvCxnSpPr>
            <a:cxnSpLocks/>
            <a:stCxn id="77" idx="3"/>
            <a:endCxn id="99" idx="2"/>
          </p:cNvCxnSpPr>
          <p:nvPr/>
        </p:nvCxnSpPr>
        <p:spPr>
          <a:xfrm flipV="1">
            <a:off x="5570155" y="4089288"/>
            <a:ext cx="4167057" cy="10547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Verbinder: gewinkelt 146">
            <a:extLst>
              <a:ext uri="{FF2B5EF4-FFF2-40B4-BE49-F238E27FC236}">
                <a16:creationId xmlns:a16="http://schemas.microsoft.com/office/drawing/2014/main" id="{9EA3656C-ECD5-72C0-5B25-4847D662C71A}"/>
              </a:ext>
            </a:extLst>
          </p:cNvPr>
          <p:cNvCxnSpPr>
            <a:stCxn id="66" idx="3"/>
            <a:endCxn id="99" idx="1"/>
          </p:cNvCxnSpPr>
          <p:nvPr/>
        </p:nvCxnSpPr>
        <p:spPr>
          <a:xfrm>
            <a:off x="5570155" y="3567892"/>
            <a:ext cx="3542709" cy="2546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feld 147">
            <a:extLst>
              <a:ext uri="{FF2B5EF4-FFF2-40B4-BE49-F238E27FC236}">
                <a16:creationId xmlns:a16="http://schemas.microsoft.com/office/drawing/2014/main" id="{FAD0BC7C-8D36-8A9E-7451-1BEFD6D7C8F2}"/>
              </a:ext>
            </a:extLst>
          </p:cNvPr>
          <p:cNvSpPr txBox="1"/>
          <p:nvPr/>
        </p:nvSpPr>
        <p:spPr>
          <a:xfrm>
            <a:off x="8459784" y="3485066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F3219F28-898D-6DBF-D665-FFFEB049A833}"/>
              </a:ext>
            </a:extLst>
          </p:cNvPr>
          <p:cNvSpPr txBox="1"/>
          <p:nvPr/>
        </p:nvSpPr>
        <p:spPr>
          <a:xfrm>
            <a:off x="3189314" y="444486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AA1C476F-DECE-8FF5-40B7-86D61D9ADE0A}"/>
              </a:ext>
            </a:extLst>
          </p:cNvPr>
          <p:cNvSpPr txBox="1"/>
          <p:nvPr/>
        </p:nvSpPr>
        <p:spPr>
          <a:xfrm>
            <a:off x="2323116" y="6103692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CE232249-4BC0-2DB2-7DEA-421EC9E01EF0}"/>
              </a:ext>
            </a:extLst>
          </p:cNvPr>
          <p:cNvSpPr/>
          <p:nvPr/>
        </p:nvSpPr>
        <p:spPr>
          <a:xfrm>
            <a:off x="4321459" y="170151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Start </a:t>
            </a:r>
            <a:r>
              <a:rPr lang="de-DE" sz="1200" dirty="0" err="1">
                <a:solidFill>
                  <a:schemeClr val="tx1"/>
                </a:solidFill>
              </a:rPr>
              <a:t>flow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if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F40E7644-DFCB-F8FA-F2C7-26FEE52004A4}"/>
              </a:ext>
            </a:extLst>
          </p:cNvPr>
          <p:cNvCxnSpPr>
            <a:cxnSpLocks/>
            <a:stCxn id="159" idx="2"/>
            <a:endCxn id="36" idx="0"/>
          </p:cNvCxnSpPr>
          <p:nvPr/>
        </p:nvCxnSpPr>
        <p:spPr>
          <a:xfrm>
            <a:off x="4945807" y="703551"/>
            <a:ext cx="0" cy="142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Verbinder: gewinkelt 167">
            <a:extLst>
              <a:ext uri="{FF2B5EF4-FFF2-40B4-BE49-F238E27FC236}">
                <a16:creationId xmlns:a16="http://schemas.microsoft.com/office/drawing/2014/main" id="{3DD26CA0-8A2C-7450-1598-30F8EEC2C638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rot="10800000" flipV="1">
            <a:off x="3061651" y="1112621"/>
            <a:ext cx="1259808" cy="16414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feld 169">
            <a:extLst>
              <a:ext uri="{FF2B5EF4-FFF2-40B4-BE49-F238E27FC236}">
                <a16:creationId xmlns:a16="http://schemas.microsoft.com/office/drawing/2014/main" id="{CA154C73-3877-3440-D02B-C2818B227E1A}"/>
              </a:ext>
            </a:extLst>
          </p:cNvPr>
          <p:cNvSpPr txBox="1"/>
          <p:nvPr/>
        </p:nvSpPr>
        <p:spPr>
          <a:xfrm>
            <a:off x="3204413" y="2487928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B0971E-D6D8-665A-6DAB-4252FF64D4EB}"/>
              </a:ext>
            </a:extLst>
          </p:cNvPr>
          <p:cNvSpPr/>
          <p:nvPr/>
        </p:nvSpPr>
        <p:spPr>
          <a:xfrm>
            <a:off x="118715" y="929086"/>
            <a:ext cx="1040492" cy="58531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Meeus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6D0895A-70A1-79B5-5B24-90759DD24ADC}"/>
              </a:ext>
            </a:extLst>
          </p:cNvPr>
          <p:cNvSpPr txBox="1"/>
          <p:nvPr/>
        </p:nvSpPr>
        <p:spPr>
          <a:xfrm>
            <a:off x="8911187" y="4898243"/>
            <a:ext cx="540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CEF8549-9F85-2BDD-8B25-FE353555C0FA}"/>
              </a:ext>
            </a:extLst>
          </p:cNvPr>
          <p:cNvSpPr/>
          <p:nvPr/>
        </p:nvSpPr>
        <p:spPr>
          <a:xfrm>
            <a:off x="1009533" y="2487403"/>
            <a:ext cx="99317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1983623D-B81B-F220-9D79-BBFA057B658E}"/>
              </a:ext>
            </a:extLst>
          </p:cNvPr>
          <p:cNvCxnSpPr>
            <a:stCxn id="2" idx="2"/>
            <a:endCxn id="16" idx="1"/>
          </p:cNvCxnSpPr>
          <p:nvPr/>
        </p:nvCxnSpPr>
        <p:spPr>
          <a:xfrm rot="16200000" flipH="1">
            <a:off x="204397" y="1948966"/>
            <a:ext cx="1239701" cy="370572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4F0E628D-781C-CD09-AAF3-270AFE223A5C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04800" y="2754103"/>
            <a:ext cx="704733" cy="674897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00D0D133-B613-F9A6-E740-E5088613164D}"/>
              </a:ext>
            </a:extLst>
          </p:cNvPr>
          <p:cNvSpPr/>
          <p:nvPr/>
        </p:nvSpPr>
        <p:spPr>
          <a:xfrm>
            <a:off x="42884" y="3233575"/>
            <a:ext cx="738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tx1"/>
                </a:solidFill>
              </a:rPr>
              <a:t>From</a:t>
            </a:r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BDC0E7B-038B-E9DE-1CC6-D181B3D9A628}"/>
              </a:ext>
            </a:extLst>
          </p:cNvPr>
          <p:cNvSpPr/>
          <p:nvPr/>
        </p:nvSpPr>
        <p:spPr>
          <a:xfrm>
            <a:off x="574348" y="250876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tx1"/>
                </a:solidFill>
              </a:rPr>
              <a:t>write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69561037-5AB0-68EE-639E-967DB51BB34A}"/>
              </a:ext>
            </a:extLst>
          </p:cNvPr>
          <p:cNvCxnSpPr>
            <a:stCxn id="16" idx="0"/>
            <a:endCxn id="4" idx="1"/>
          </p:cNvCxnSpPr>
          <p:nvPr/>
        </p:nvCxnSpPr>
        <p:spPr>
          <a:xfrm rot="5400000" flipH="1" flipV="1">
            <a:off x="1172482" y="1697742"/>
            <a:ext cx="1123301" cy="45602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5E8841D6-4C34-911E-3644-ED915AF8E623}"/>
              </a:ext>
            </a:extLst>
          </p:cNvPr>
          <p:cNvSpPr txBox="1"/>
          <p:nvPr/>
        </p:nvSpPr>
        <p:spPr>
          <a:xfrm>
            <a:off x="2545926" y="2173743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341CB5F-A69B-653D-47AF-D4D361504BDF}"/>
              </a:ext>
            </a:extLst>
          </p:cNvPr>
          <p:cNvSpPr txBox="1"/>
          <p:nvPr/>
        </p:nvSpPr>
        <p:spPr>
          <a:xfrm>
            <a:off x="1534150" y="2123074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7CC46170-2296-8F87-F873-9FAA7B354B15}"/>
              </a:ext>
            </a:extLst>
          </p:cNvPr>
          <p:cNvCxnSpPr>
            <a:stCxn id="99" idx="3"/>
          </p:cNvCxnSpPr>
          <p:nvPr/>
        </p:nvCxnSpPr>
        <p:spPr>
          <a:xfrm flipV="1">
            <a:off x="10361560" y="3140019"/>
            <a:ext cx="1515808" cy="682569"/>
          </a:xfrm>
          <a:prstGeom prst="bentConnector3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8E66DF3B-9EB3-8912-B4C7-806AAAA61485}"/>
              </a:ext>
            </a:extLst>
          </p:cNvPr>
          <p:cNvSpPr txBox="1"/>
          <p:nvPr/>
        </p:nvSpPr>
        <p:spPr>
          <a:xfrm>
            <a:off x="11287210" y="2824643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03_EF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B000A8F-5213-B8B5-44B5-606222DC8C07}"/>
              </a:ext>
            </a:extLst>
          </p:cNvPr>
          <p:cNvSpPr txBox="1"/>
          <p:nvPr/>
        </p:nvSpPr>
        <p:spPr>
          <a:xfrm>
            <a:off x="10427982" y="3460421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23FB53D-F1CF-0F7F-8223-D08B5A95213C}"/>
              </a:ext>
            </a:extLst>
          </p:cNvPr>
          <p:cNvSpPr txBox="1"/>
          <p:nvPr/>
        </p:nvSpPr>
        <p:spPr>
          <a:xfrm>
            <a:off x="8192433" y="1956513"/>
            <a:ext cx="697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Read/Write</a:t>
            </a:r>
          </a:p>
          <a:p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09704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82DD-1544-434B-A14F-8E580C91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6DF99F9C-73D3-7152-0392-2810D8F942B0}"/>
              </a:ext>
            </a:extLst>
          </p:cNvPr>
          <p:cNvSpPr/>
          <p:nvPr/>
        </p:nvSpPr>
        <p:spPr>
          <a:xfrm>
            <a:off x="147713" y="1895323"/>
            <a:ext cx="3025156" cy="44858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C511679-A737-D001-DF37-12D081CDE7CD}"/>
              </a:ext>
            </a:extLst>
          </p:cNvPr>
          <p:cNvSpPr/>
          <p:nvPr/>
        </p:nvSpPr>
        <p:spPr>
          <a:xfrm>
            <a:off x="8007668" y="1895321"/>
            <a:ext cx="2413351" cy="4485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1FA2C66-CE63-6BB1-560F-FC68AFEE5A70}"/>
              </a:ext>
            </a:extLst>
          </p:cNvPr>
          <p:cNvSpPr/>
          <p:nvPr/>
        </p:nvSpPr>
        <p:spPr>
          <a:xfrm>
            <a:off x="3776220" y="176981"/>
            <a:ext cx="4050258" cy="6204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AF2C545-C1A0-AF72-B6C9-419118232B6C}"/>
              </a:ext>
            </a:extLst>
          </p:cNvPr>
          <p:cNvSpPr/>
          <p:nvPr/>
        </p:nvSpPr>
        <p:spPr>
          <a:xfrm>
            <a:off x="4259890" y="135473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17154BE-2D80-7366-407F-0C2DCB1D2AD5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 flipH="1">
            <a:off x="4884237" y="1888138"/>
            <a:ext cx="1" cy="22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05C6BF3A-995C-307D-A5C4-B34B08418396}"/>
              </a:ext>
            </a:extLst>
          </p:cNvPr>
          <p:cNvSpPr/>
          <p:nvPr/>
        </p:nvSpPr>
        <p:spPr>
          <a:xfrm>
            <a:off x="4114864" y="2109526"/>
            <a:ext cx="153874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RequestHash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1D2B47D-2508-2D11-4F38-11B6CD646D71}"/>
              </a:ext>
            </a:extLst>
          </p:cNvPr>
          <p:cNvSpPr/>
          <p:nvPr/>
        </p:nvSpPr>
        <p:spPr>
          <a:xfrm>
            <a:off x="5790707" y="3640769"/>
            <a:ext cx="1021850" cy="444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Skip and Log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F411913-A09C-75B8-AD0C-1F683AE44934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4884237" y="2642926"/>
            <a:ext cx="1" cy="26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3936B8C-A61E-3034-741B-14E1C9DC4EFF}"/>
              </a:ext>
            </a:extLst>
          </p:cNvPr>
          <p:cNvSpPr/>
          <p:nvPr/>
        </p:nvSpPr>
        <p:spPr>
          <a:xfrm>
            <a:off x="3969839" y="2909626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Hash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*?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6B9B4F5B-A556-37EB-98C5-CFEC0976138D}"/>
              </a:ext>
            </a:extLst>
          </p:cNvPr>
          <p:cNvSpPr/>
          <p:nvPr/>
        </p:nvSpPr>
        <p:spPr>
          <a:xfrm>
            <a:off x="4259890" y="59723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Run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Last Run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0B188E9-9E21-3D3A-78A4-46348310B5EF}"/>
              </a:ext>
            </a:extLst>
          </p:cNvPr>
          <p:cNvSpPr/>
          <p:nvPr/>
        </p:nvSpPr>
        <p:spPr>
          <a:xfrm>
            <a:off x="4259224" y="410717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AddFile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RD/Run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D2CF290-C76F-48E9-B0C5-2B26EF04370A}"/>
              </a:ext>
            </a:extLst>
          </p:cNvPr>
          <p:cNvSpPr/>
          <p:nvPr/>
        </p:nvSpPr>
        <p:spPr>
          <a:xfrm>
            <a:off x="736723" y="353526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A96C7A3-6473-0FD9-4C3A-985EAF46E3C9}"/>
              </a:ext>
            </a:extLst>
          </p:cNvPr>
          <p:cNvSpPr txBox="1"/>
          <p:nvPr/>
        </p:nvSpPr>
        <p:spPr>
          <a:xfrm>
            <a:off x="243509" y="5854522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02_ObservationCatalog</a:t>
            </a:r>
            <a:endParaRPr lang="de-DE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85570844-97F4-C79E-96E6-07B71A27EE0F}"/>
              </a:ext>
            </a:extLst>
          </p:cNvPr>
          <p:cNvSpPr txBox="1"/>
          <p:nvPr/>
        </p:nvSpPr>
        <p:spPr>
          <a:xfrm>
            <a:off x="5474055" y="200646"/>
            <a:ext cx="245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03_EF</a:t>
            </a:r>
            <a:r>
              <a:rPr lang="de-DE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de-DE" sz="1800" i="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AstronoTruth</a:t>
            </a:r>
            <a:endParaRPr lang="de-DE" i="1" dirty="0">
              <a:highlight>
                <a:srgbClr val="FFFF00"/>
              </a:highlight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848148FC-F659-0106-5298-35115E948D03}"/>
              </a:ext>
            </a:extLst>
          </p:cNvPr>
          <p:cNvSpPr/>
          <p:nvPr/>
        </p:nvSpPr>
        <p:spPr>
          <a:xfrm>
            <a:off x="9172323" y="547219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12219632-A21C-835C-0490-8036AE4D4D4B}"/>
              </a:ext>
            </a:extLst>
          </p:cNvPr>
          <p:cNvSpPr txBox="1"/>
          <p:nvPr/>
        </p:nvSpPr>
        <p:spPr>
          <a:xfrm>
            <a:off x="10633316" y="634148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5024AA-8BE6-07F2-8898-CCD2D8899988}"/>
              </a:ext>
            </a:extLst>
          </p:cNvPr>
          <p:cNvSpPr/>
          <p:nvPr/>
        </p:nvSpPr>
        <p:spPr>
          <a:xfrm>
            <a:off x="8589090" y="217012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17EC918-D513-276B-C3D0-1CB76468833C}"/>
              </a:ext>
            </a:extLst>
          </p:cNvPr>
          <p:cNvSpPr/>
          <p:nvPr/>
        </p:nvSpPr>
        <p:spPr>
          <a:xfrm>
            <a:off x="8589090" y="422050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174E0B8-7B8F-625D-B446-A89AF7FE66A1}"/>
              </a:ext>
            </a:extLst>
          </p:cNvPr>
          <p:cNvSpPr txBox="1"/>
          <p:nvPr/>
        </p:nvSpPr>
        <p:spPr>
          <a:xfrm>
            <a:off x="8103465" y="5854520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03_ReferenceData</a:t>
            </a:r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D494A7F-1EDD-C63C-BC1F-A62AE85F7C30}"/>
              </a:ext>
            </a:extLst>
          </p:cNvPr>
          <p:cNvSpPr/>
          <p:nvPr/>
        </p:nvSpPr>
        <p:spPr>
          <a:xfrm>
            <a:off x="8589090" y="332866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LastRun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CD7F0A3-FB71-AD2B-3AFF-AFBC59533CF8}"/>
              </a:ext>
            </a:extLst>
          </p:cNvPr>
          <p:cNvCxnSpPr>
            <a:stCxn id="2" idx="2"/>
            <a:endCxn id="25" idx="0"/>
          </p:cNvCxnSpPr>
          <p:nvPr/>
        </p:nvCxnSpPr>
        <p:spPr>
          <a:xfrm>
            <a:off x="9213438" y="2703521"/>
            <a:ext cx="0" cy="62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3E906A47-43AE-F384-A023-B214BDA0AAAA}"/>
              </a:ext>
            </a:extLst>
          </p:cNvPr>
          <p:cNvCxnSpPr>
            <a:stCxn id="99" idx="3"/>
            <a:endCxn id="36" idx="1"/>
          </p:cNvCxnSpPr>
          <p:nvPr/>
        </p:nvCxnSpPr>
        <p:spPr>
          <a:xfrm flipV="1">
            <a:off x="1985419" y="1621438"/>
            <a:ext cx="2274471" cy="2180523"/>
          </a:xfrm>
          <a:prstGeom prst="bentConnector3">
            <a:avLst>
              <a:gd name="adj1" fmla="val 62104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487346C8-B49A-A49D-9BD5-79DA71CA93E9}"/>
              </a:ext>
            </a:extLst>
          </p:cNvPr>
          <p:cNvSpPr txBox="1"/>
          <p:nvPr/>
        </p:nvSpPr>
        <p:spPr>
          <a:xfrm>
            <a:off x="2531319" y="3479962"/>
            <a:ext cx="541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read</a:t>
            </a:r>
            <a:endParaRPr lang="de-DE" sz="12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27ABCE04-E91A-A71C-77E8-ED5B71B8DB5F}"/>
              </a:ext>
            </a:extLst>
          </p:cNvPr>
          <p:cNvSpPr/>
          <p:nvPr/>
        </p:nvSpPr>
        <p:spPr>
          <a:xfrm>
            <a:off x="10838518" y="1361593"/>
            <a:ext cx="1043496" cy="500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9F907FB6-A418-D155-D74D-19628C58FDAF}"/>
              </a:ext>
            </a:extLst>
          </p:cNvPr>
          <p:cNvSpPr txBox="1"/>
          <p:nvPr/>
        </p:nvSpPr>
        <p:spPr>
          <a:xfrm>
            <a:off x="10898035" y="1387161"/>
            <a:ext cx="9244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>
                <a:solidFill>
                  <a:schemeClr val="tx1"/>
                </a:solidFill>
              </a:rPr>
              <a:t>Compare</a:t>
            </a:r>
            <a:endParaRPr lang="de-DE" sz="1200" b="1" dirty="0">
              <a:solidFill>
                <a:schemeClr val="tx1"/>
              </a:solidFill>
            </a:endParaRPr>
          </a:p>
          <a:p>
            <a:r>
              <a:rPr lang="de-DE" sz="1200" b="1" dirty="0" err="1"/>
              <a:t>Script</a:t>
            </a:r>
            <a:r>
              <a:rPr lang="de-DE" sz="1200" b="1" dirty="0"/>
              <a:t>:</a:t>
            </a:r>
          </a:p>
          <a:p>
            <a:endParaRPr lang="de-DE" sz="1200" dirty="0"/>
          </a:p>
          <a:p>
            <a:r>
              <a:rPr lang="de-DE" sz="1200" dirty="0"/>
              <a:t>Promote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Released</a:t>
            </a:r>
            <a:endParaRPr lang="de-DE" sz="1200" dirty="0"/>
          </a:p>
        </p:txBody>
      </p: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C1DBB1D8-1F75-31F9-C1AD-F7E0D85E6FD0}"/>
              </a:ext>
            </a:extLst>
          </p:cNvPr>
          <p:cNvCxnSpPr>
            <a:stCxn id="2" idx="3"/>
            <a:endCxn id="21" idx="3"/>
          </p:cNvCxnSpPr>
          <p:nvPr/>
        </p:nvCxnSpPr>
        <p:spPr>
          <a:xfrm>
            <a:off x="9837786" y="2436821"/>
            <a:ext cx="12700" cy="2050382"/>
          </a:xfrm>
          <a:prstGeom prst="bentConnector3">
            <a:avLst>
              <a:gd name="adj1" fmla="val 1163226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E236A17-104B-B5C8-1128-DA4AFCDE8209}"/>
              </a:ext>
            </a:extLst>
          </p:cNvPr>
          <p:cNvCxnSpPr>
            <a:cxnSpLocks/>
            <a:stCxn id="52" idx="3"/>
            <a:endCxn id="49" idx="0"/>
          </p:cNvCxnSpPr>
          <p:nvPr/>
        </p:nvCxnSpPr>
        <p:spPr>
          <a:xfrm>
            <a:off x="5798636" y="3333469"/>
            <a:ext cx="502996" cy="307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74A97927-AD3B-973D-FD04-3724EC9FE63B}"/>
              </a:ext>
            </a:extLst>
          </p:cNvPr>
          <p:cNvSpPr txBox="1"/>
          <p:nvPr/>
        </p:nvSpPr>
        <p:spPr>
          <a:xfrm>
            <a:off x="7023826" y="5583532"/>
            <a:ext cx="87089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*RD/Run</a:t>
            </a:r>
          </a:p>
          <a:p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RD/</a:t>
            </a:r>
            <a:r>
              <a:rPr lang="de-DE" sz="900" dirty="0" err="1">
                <a:solidFill>
                  <a:schemeClr val="tx1"/>
                </a:solidFill>
              </a:rPr>
              <a:t>LastRun</a:t>
            </a:r>
            <a:endParaRPr lang="de-DE" sz="900" dirty="0">
              <a:solidFill>
                <a:schemeClr val="tx1"/>
              </a:solidFill>
            </a:endParaRPr>
          </a:p>
          <a:p>
            <a:r>
              <a:rPr lang="de-DE" sz="900" dirty="0" err="1"/>
              <a:t>or</a:t>
            </a:r>
            <a:endParaRPr lang="de-DE" sz="900" dirty="0"/>
          </a:p>
          <a:p>
            <a:r>
              <a:rPr lang="de-DE" sz="900" dirty="0"/>
              <a:t>RD/</a:t>
            </a:r>
            <a:r>
              <a:rPr lang="de-DE" sz="900" dirty="0" err="1"/>
              <a:t>Released</a:t>
            </a:r>
            <a:endParaRPr lang="de-DE" sz="900" dirty="0"/>
          </a:p>
        </p:txBody>
      </p: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57C82AA8-BF64-22CB-FD81-2FAB7E495E5A}"/>
              </a:ext>
            </a:extLst>
          </p:cNvPr>
          <p:cNvCxnSpPr>
            <a:stCxn id="77" idx="3"/>
            <a:endCxn id="2" idx="1"/>
          </p:cNvCxnSpPr>
          <p:nvPr/>
        </p:nvCxnSpPr>
        <p:spPr>
          <a:xfrm flipV="1">
            <a:off x="5507920" y="2436821"/>
            <a:ext cx="3081170" cy="19370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9EF82363-758C-2316-29AC-785E9968776E}"/>
              </a:ext>
            </a:extLst>
          </p:cNvPr>
          <p:cNvSpPr txBox="1"/>
          <p:nvPr/>
        </p:nvSpPr>
        <p:spPr>
          <a:xfrm>
            <a:off x="8080504" y="217854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F2205E0A-132D-9B28-F60B-F70B56572841}"/>
              </a:ext>
            </a:extLst>
          </p:cNvPr>
          <p:cNvCxnSpPr>
            <a:cxnSpLocks/>
            <a:stCxn id="72" idx="3"/>
            <a:endCxn id="25" idx="1"/>
          </p:cNvCxnSpPr>
          <p:nvPr/>
        </p:nvCxnSpPr>
        <p:spPr>
          <a:xfrm>
            <a:off x="5508586" y="863933"/>
            <a:ext cx="3080504" cy="2731429"/>
          </a:xfrm>
          <a:prstGeom prst="bentConnector3">
            <a:avLst>
              <a:gd name="adj1" fmla="val 646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hteck 121">
            <a:extLst>
              <a:ext uri="{FF2B5EF4-FFF2-40B4-BE49-F238E27FC236}">
                <a16:creationId xmlns:a16="http://schemas.microsoft.com/office/drawing/2014/main" id="{93DCB2DD-1B15-0C4F-2E6E-B586842D5DDF}"/>
              </a:ext>
            </a:extLst>
          </p:cNvPr>
          <p:cNvSpPr/>
          <p:nvPr/>
        </p:nvSpPr>
        <p:spPr>
          <a:xfrm>
            <a:off x="8659526" y="5050132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28" name="Verbinder: gewinkelt 127">
            <a:extLst>
              <a:ext uri="{FF2B5EF4-FFF2-40B4-BE49-F238E27FC236}">
                <a16:creationId xmlns:a16="http://schemas.microsoft.com/office/drawing/2014/main" id="{18E1EB76-F2B5-61D5-F614-6FF327DCE4C0}"/>
              </a:ext>
            </a:extLst>
          </p:cNvPr>
          <p:cNvCxnSpPr>
            <a:stCxn id="49" idx="2"/>
            <a:endCxn id="122" idx="1"/>
          </p:cNvCxnSpPr>
          <p:nvPr/>
        </p:nvCxnSpPr>
        <p:spPr>
          <a:xfrm rot="16200000" flipH="1">
            <a:off x="6864855" y="3522160"/>
            <a:ext cx="1231449" cy="23578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feld 128">
            <a:extLst>
              <a:ext uri="{FF2B5EF4-FFF2-40B4-BE49-F238E27FC236}">
                <a16:creationId xmlns:a16="http://schemas.microsoft.com/office/drawing/2014/main" id="{2749EC56-7470-704B-B409-ACDE5FDAE6EA}"/>
              </a:ext>
            </a:extLst>
          </p:cNvPr>
          <p:cNvSpPr txBox="1"/>
          <p:nvPr/>
        </p:nvSpPr>
        <p:spPr>
          <a:xfrm>
            <a:off x="8088935" y="507025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D8DB2750-FB51-633F-84B6-A7F72817DEE8}"/>
              </a:ext>
            </a:extLst>
          </p:cNvPr>
          <p:cNvSpPr txBox="1"/>
          <p:nvPr/>
        </p:nvSpPr>
        <p:spPr>
          <a:xfrm>
            <a:off x="8077739" y="329001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1A9D2317-A7C7-EE15-99A1-3985ADCF3FCC}"/>
              </a:ext>
            </a:extLst>
          </p:cNvPr>
          <p:cNvCxnSpPr>
            <a:cxnSpLocks/>
            <a:stCxn id="72" idx="2"/>
            <a:endCxn id="36" idx="0"/>
          </p:cNvCxnSpPr>
          <p:nvPr/>
        </p:nvCxnSpPr>
        <p:spPr>
          <a:xfrm>
            <a:off x="4884238" y="1130633"/>
            <a:ext cx="0" cy="224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1035FA50-57C6-6195-F92A-9E3145D2F143}"/>
              </a:ext>
            </a:extLst>
          </p:cNvPr>
          <p:cNvCxnSpPr>
            <a:cxnSpLocks/>
            <a:stCxn id="52" idx="2"/>
            <a:endCxn id="77" idx="0"/>
          </p:cNvCxnSpPr>
          <p:nvPr/>
        </p:nvCxnSpPr>
        <p:spPr>
          <a:xfrm flipH="1">
            <a:off x="4883572" y="3757312"/>
            <a:ext cx="666" cy="349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1E5390DE-8F5E-ED90-0C54-F9BBFB08F3F2}"/>
              </a:ext>
            </a:extLst>
          </p:cNvPr>
          <p:cNvSpPr/>
          <p:nvPr/>
        </p:nvSpPr>
        <p:spPr>
          <a:xfrm>
            <a:off x="730553" y="221560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18942EF-2E7B-DC9A-FC93-CA098F5DCBCD}"/>
              </a:ext>
            </a:extLst>
          </p:cNvPr>
          <p:cNvCxnSpPr>
            <a:cxnSpLocks/>
            <a:stCxn id="3" idx="2"/>
            <a:endCxn id="99" idx="0"/>
          </p:cNvCxnSpPr>
          <p:nvPr/>
        </p:nvCxnSpPr>
        <p:spPr>
          <a:xfrm>
            <a:off x="1354901" y="2749002"/>
            <a:ext cx="6170" cy="786259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8FDAF0F3-A2CB-A052-AA34-FC0B72FFB55A}"/>
              </a:ext>
            </a:extLst>
          </p:cNvPr>
          <p:cNvSpPr txBox="1"/>
          <p:nvPr/>
        </p:nvSpPr>
        <p:spPr>
          <a:xfrm>
            <a:off x="639574" y="2838448"/>
            <a:ext cx="697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Read/Write</a:t>
            </a:r>
          </a:p>
          <a:p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15023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Breitbild</PresentationFormat>
  <Paragraphs>76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13</cp:revision>
  <dcterms:created xsi:type="dcterms:W3CDTF">2026-03-29T15:37:58Z</dcterms:created>
  <dcterms:modified xsi:type="dcterms:W3CDTF">2026-04-03T08:13:55Z</dcterms:modified>
</cp:coreProperties>
</file>