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84" autoAdjust="0"/>
  </p:normalViewPr>
  <p:slideViewPr>
    <p:cSldViewPr snapToGrid="0">
      <p:cViewPr varScale="1">
        <p:scale>
          <a:sx n="95" d="100"/>
          <a:sy n="95" d="100"/>
        </p:scale>
        <p:origin x="11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6939D-ED7C-E455-F293-0CEA33606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8D4E1F-F3BF-2C16-7DDE-027A2667C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BA1E79-790A-320D-F002-5DB4D468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3074E-3FEE-8150-CDE8-FB7EDFCA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1CA1DD-4299-CEE3-9CD1-0B409E62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26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07E40-FBA2-BF9F-B107-85147078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237AE7-E6B8-A351-7361-A1E113A50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D56EB0-B4FA-358A-A352-DBA24348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1DC68C-E82C-C16D-3B7C-5932A167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3A2CD5-012D-A1EC-75DD-F3D74F0F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49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7E5DA-C562-A827-ACB9-D6C1EFC3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37D0C6-383C-9139-9A40-0D2B29F01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0C5D3F-C09D-4737-3CFF-3F85A22E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6256E-C529-CC6C-EF93-768C7772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0AB046-988F-1A3B-0054-77E964CA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90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07047-2F45-3F08-AB2C-0A3B3FC1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5405BA-A0D2-261A-D0AA-5FF229614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FDC6C0-266B-E85B-A3DC-078AF0B97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3C58DD-E8FA-6913-3DCF-DB37644B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A27DC8-78B4-370C-1384-45841354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B7D9FB-58ED-5ABA-8CCA-896E8BB2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4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2B8CF-BCBC-6680-783E-616D7EF5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41CD-7831-D814-3560-ABDE9E0BD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60406B-1FE8-E865-7A7C-FACA5D87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89D42A-3384-24BD-ABED-9459BFC4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69B98C-25A6-A8AF-5DB7-53FD22D51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C3789B-7684-9CB6-7919-412FBBE9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E0DFB7-B88F-9C62-C079-1AE6D5D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741F79-A1E2-61FD-4F2B-F916D46E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36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5C0464-6756-ED33-B442-0CA6A251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90D902-D8C3-57DB-C58E-89E231F4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9B49F-A06C-CBD7-C49E-042E0E74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9D5F66-5A31-10E4-A4C5-661C5022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01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0933DD-D9D7-23ED-DBC7-B466E136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158EC6-400C-659E-D696-19C3846C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FF363F-9A6C-D088-6834-04D87D0F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48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1733A-745A-618E-2DA5-87B14CE6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56E9AD-C4E2-EFA3-500F-2474E688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CDD036-E7D6-314F-1A58-5E86DD8FB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F21CD8-3B63-0B79-0D9D-4B9116FE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1001CF-2BC1-DEA8-FB68-E0B9FC8C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4DB90D-2979-9E5F-0EE6-A29FA3C0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85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460CD-21E7-BB16-C474-024E567E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89D0C7-BE63-A97B-695B-70C6E68D3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9308F5-0C9A-2E56-61A0-D7ED83904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849A28-845F-7530-EE21-BEE17D2A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0F2F0C-4F35-C68E-4152-7AAC5D1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55DCD1-6BA3-56CE-5BE0-B6590278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07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586E5C-C7B1-6E11-FB7E-0DB304DD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0B47A1-2721-B55E-2016-4EB44A1B9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1968F0-8018-9B10-3663-8F35CFC3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39072C-B975-2234-9043-39AFA77A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D09AAE-5D96-0791-9098-9F78BB93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91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8F3C556-8B68-8C00-DE88-25293B4BC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336E2D-9874-C1B1-C6CB-9E37B4C58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E5138-FC65-09A6-B698-E58D1BCF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A0B6FA-CFEC-E17E-5A7F-478ECD22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7A1A7-92EA-E1B9-209D-3C5A30E0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70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5779ECC-C8B4-41E8-4862-3F1B27A9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484601-EBCB-FD4F-DC72-8B52C319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4934E6-CBE3-E538-AAF1-3C36543D9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611721-C608-D80D-EE88-F26125212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350DE9-7E6E-E7E3-3D9D-90676A577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6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884A424-42BB-DC7B-75EB-0C73B1D36FCC}"/>
              </a:ext>
            </a:extLst>
          </p:cNvPr>
          <p:cNvSpPr/>
          <p:nvPr/>
        </p:nvSpPr>
        <p:spPr>
          <a:xfrm>
            <a:off x="3528178" y="1044623"/>
            <a:ext cx="948689" cy="8545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8F06D3DE-B6F1-DC19-100C-B5310449F757}"/>
              </a:ext>
            </a:extLst>
          </p:cNvPr>
          <p:cNvSpPr/>
          <p:nvPr/>
        </p:nvSpPr>
        <p:spPr>
          <a:xfrm>
            <a:off x="5503001" y="765548"/>
            <a:ext cx="1112357" cy="1033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9CD8031-81CC-F147-0469-B2AF3DE100F8}"/>
              </a:ext>
            </a:extLst>
          </p:cNvPr>
          <p:cNvSpPr/>
          <p:nvPr/>
        </p:nvSpPr>
        <p:spPr>
          <a:xfrm>
            <a:off x="1795003" y="606805"/>
            <a:ext cx="1248696" cy="11506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E159D58-4745-89A1-C33A-16A7DA4EB14F}"/>
              </a:ext>
            </a:extLst>
          </p:cNvPr>
          <p:cNvSpPr txBox="1"/>
          <p:nvPr/>
        </p:nvSpPr>
        <p:spPr>
          <a:xfrm>
            <a:off x="1890444" y="742747"/>
            <a:ext cx="1117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Meeus</a:t>
            </a:r>
            <a:endParaRPr lang="de-DE" b="1" dirty="0"/>
          </a:p>
          <a:p>
            <a:r>
              <a:rPr lang="de-DE" b="1" dirty="0"/>
              <a:t>Scenario</a:t>
            </a:r>
          </a:p>
          <a:p>
            <a:r>
              <a:rPr lang="de-DE" b="1" dirty="0"/>
              <a:t>Factory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DA7FF9B-77C4-A38A-B9AD-175BB750A507}"/>
              </a:ext>
            </a:extLst>
          </p:cNvPr>
          <p:cNvSpPr/>
          <p:nvPr/>
        </p:nvSpPr>
        <p:spPr>
          <a:xfrm>
            <a:off x="861552" y="2433110"/>
            <a:ext cx="10717994" cy="14704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CCF6D15-D125-0EDB-1038-6147AECF84FC}"/>
              </a:ext>
            </a:extLst>
          </p:cNvPr>
          <p:cNvSpPr txBox="1"/>
          <p:nvPr/>
        </p:nvSpPr>
        <p:spPr>
          <a:xfrm>
            <a:off x="3054067" y="3497468"/>
            <a:ext cx="150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AstronoData</a:t>
            </a:r>
            <a:endParaRPr lang="de-DE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A33EC3F-BA30-7244-3A2D-F3DDCFAB9E5F}"/>
              </a:ext>
            </a:extLst>
          </p:cNvPr>
          <p:cNvSpPr/>
          <p:nvPr/>
        </p:nvSpPr>
        <p:spPr>
          <a:xfrm>
            <a:off x="3427158" y="957945"/>
            <a:ext cx="1004628" cy="7994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D6DB7B4-B53C-1FD2-0DEE-F3C7067A6E64}"/>
              </a:ext>
            </a:extLst>
          </p:cNvPr>
          <p:cNvSpPr txBox="1"/>
          <p:nvPr/>
        </p:nvSpPr>
        <p:spPr>
          <a:xfrm>
            <a:off x="3479918" y="1007462"/>
            <a:ext cx="928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Other</a:t>
            </a:r>
          </a:p>
          <a:p>
            <a:r>
              <a:rPr lang="de-DE" sz="1200" dirty="0"/>
              <a:t>Scenario</a:t>
            </a:r>
          </a:p>
          <a:p>
            <a:r>
              <a:rPr lang="de-DE" sz="1200" dirty="0"/>
              <a:t>Generators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A593DB2-1E2A-DD27-8E09-E7824230301D}"/>
              </a:ext>
            </a:extLst>
          </p:cNvPr>
          <p:cNvCxnSpPr/>
          <p:nvPr/>
        </p:nvCxnSpPr>
        <p:spPr>
          <a:xfrm>
            <a:off x="2085053" y="1757440"/>
            <a:ext cx="0" cy="870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F8339EFC-BCB9-C9D6-1DCB-7CDEF785F5D0}"/>
              </a:ext>
            </a:extLst>
          </p:cNvPr>
          <p:cNvSpPr/>
          <p:nvPr/>
        </p:nvSpPr>
        <p:spPr>
          <a:xfrm>
            <a:off x="1144634" y="2628217"/>
            <a:ext cx="2220480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E1380D5-D48B-6A93-C8B8-4BB551F7C18C}"/>
              </a:ext>
            </a:extLst>
          </p:cNvPr>
          <p:cNvSpPr txBox="1"/>
          <p:nvPr/>
        </p:nvSpPr>
        <p:spPr>
          <a:xfrm>
            <a:off x="1144634" y="2769905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ScenarioCandidates</a:t>
            </a:r>
            <a:endParaRPr lang="de-DE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E54E284D-77B4-97EA-0AF6-A43E13780DF7}"/>
              </a:ext>
            </a:extLst>
          </p:cNvPr>
          <p:cNvCxnSpPr>
            <a:cxnSpLocks/>
          </p:cNvCxnSpPr>
          <p:nvPr/>
        </p:nvCxnSpPr>
        <p:spPr>
          <a:xfrm>
            <a:off x="3043699" y="3239654"/>
            <a:ext cx="0" cy="160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8078B3F7-AC59-B7F3-BBE8-786FDA1495A0}"/>
              </a:ext>
            </a:extLst>
          </p:cNvPr>
          <p:cNvSpPr txBox="1"/>
          <p:nvPr/>
        </p:nvSpPr>
        <p:spPr>
          <a:xfrm>
            <a:off x="694192" y="4994962"/>
            <a:ext cx="1528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Maintainer</a:t>
            </a:r>
            <a:endParaRPr lang="de-DE" b="1" dirty="0"/>
          </a:p>
          <a:p>
            <a:r>
              <a:rPr lang="de-DE" dirty="0"/>
              <a:t>Review</a:t>
            </a:r>
          </a:p>
          <a:p>
            <a:r>
              <a:rPr lang="de-DE" dirty="0"/>
              <a:t>(</a:t>
            </a:r>
            <a:r>
              <a:rPr lang="de-DE" dirty="0" err="1"/>
              <a:t>Governance</a:t>
            </a:r>
            <a:r>
              <a:rPr lang="de-DE" dirty="0"/>
              <a:t>)</a:t>
            </a:r>
          </a:p>
        </p:txBody>
      </p:sp>
      <p:grpSp>
        <p:nvGrpSpPr>
          <p:cNvPr id="203" name="Gruppieren 202">
            <a:extLst>
              <a:ext uri="{FF2B5EF4-FFF2-40B4-BE49-F238E27FC236}">
                <a16:creationId xmlns:a16="http://schemas.microsoft.com/office/drawing/2014/main" id="{A99F975C-EE6F-6B3E-1C5C-5CBFD7F80CA0}"/>
              </a:ext>
            </a:extLst>
          </p:cNvPr>
          <p:cNvGrpSpPr/>
          <p:nvPr/>
        </p:nvGrpSpPr>
        <p:grpSpPr>
          <a:xfrm>
            <a:off x="2686526" y="5102584"/>
            <a:ext cx="827277" cy="1086238"/>
            <a:chOff x="2801580" y="5080743"/>
            <a:chExt cx="827277" cy="108623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AD0D043A-D0F5-89B9-17CA-BE5C7C5C08A3}"/>
                </a:ext>
              </a:extLst>
            </p:cNvPr>
            <p:cNvSpPr/>
            <p:nvPr/>
          </p:nvSpPr>
          <p:spPr>
            <a:xfrm>
              <a:off x="2896215" y="5080743"/>
              <a:ext cx="294967" cy="29496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CB19C364-74F5-8C7E-A29C-13E49EF0B43F}"/>
                </a:ext>
              </a:extLst>
            </p:cNvPr>
            <p:cNvCxnSpPr>
              <a:stCxn id="19" idx="4"/>
            </p:cNvCxnSpPr>
            <p:nvPr/>
          </p:nvCxnSpPr>
          <p:spPr>
            <a:xfrm flipH="1">
              <a:off x="3043698" y="5375710"/>
              <a:ext cx="1" cy="570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4699C05-64FC-F994-B8DF-621377637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215" y="5945983"/>
              <a:ext cx="147483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52D29937-4D37-5414-E9CA-D709203484C3}"/>
                </a:ext>
              </a:extLst>
            </p:cNvPr>
            <p:cNvCxnSpPr>
              <a:cxnSpLocks/>
            </p:cNvCxnSpPr>
            <p:nvPr/>
          </p:nvCxnSpPr>
          <p:spPr>
            <a:xfrm>
              <a:off x="3043698" y="5945983"/>
              <a:ext cx="144626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C86A2AF6-00B6-8048-1DAB-18B1BCAB7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580" y="5532548"/>
              <a:ext cx="5407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E21F82E4-8B82-1D6A-7129-3A2A83C5D921}"/>
                </a:ext>
              </a:extLst>
            </p:cNvPr>
            <p:cNvSpPr/>
            <p:nvPr/>
          </p:nvSpPr>
          <p:spPr>
            <a:xfrm>
              <a:off x="3399102" y="5318193"/>
              <a:ext cx="213088" cy="2156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E8E06E7B-95DA-BC38-4C7B-8CC6E7271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834" y="5494473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C2652853-A7A2-637D-FBFF-732AE55E7585}"/>
                </a:ext>
              </a:extLst>
            </p:cNvPr>
            <p:cNvSpPr txBox="1"/>
            <p:nvPr/>
          </p:nvSpPr>
          <p:spPr>
            <a:xfrm flipV="1">
              <a:off x="3504893" y="5239115"/>
              <a:ext cx="123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+</a:t>
              </a:r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66AEDC97-F0C6-4137-0CA4-6923AFB3E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1902" y="5474341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147F9071-410E-1F1C-B0C3-459131F6D5A6}"/>
              </a:ext>
            </a:extLst>
          </p:cNvPr>
          <p:cNvCxnSpPr>
            <a:cxnSpLocks/>
          </p:cNvCxnSpPr>
          <p:nvPr/>
        </p:nvCxnSpPr>
        <p:spPr>
          <a:xfrm>
            <a:off x="3436988" y="5756570"/>
            <a:ext cx="7400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701BFA0A-D276-1641-F8F6-B98D6B135368}"/>
              </a:ext>
            </a:extLst>
          </p:cNvPr>
          <p:cNvSpPr txBox="1"/>
          <p:nvPr/>
        </p:nvSpPr>
        <p:spPr>
          <a:xfrm>
            <a:off x="3644188" y="5320698"/>
            <a:ext cx="74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Add</a:t>
            </a:r>
          </a:p>
          <a:p>
            <a:r>
              <a:rPr lang="de-DE" sz="600" dirty="0"/>
              <a:t>Scenario</a:t>
            </a:r>
          </a:p>
          <a:p>
            <a:r>
              <a:rPr lang="de-DE" sz="600" dirty="0" err="1"/>
              <a:t>Meta</a:t>
            </a:r>
            <a:r>
              <a:rPr lang="de-DE" sz="600" dirty="0"/>
              <a:t> Data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4A1E472-570C-43A1-D998-970AC2855E68}"/>
              </a:ext>
            </a:extLst>
          </p:cNvPr>
          <p:cNvSpPr/>
          <p:nvPr/>
        </p:nvSpPr>
        <p:spPr>
          <a:xfrm>
            <a:off x="3921292" y="2628216"/>
            <a:ext cx="2249036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6A8E537-D66C-6A10-3B6F-61681395ECA5}"/>
              </a:ext>
            </a:extLst>
          </p:cNvPr>
          <p:cNvSpPr txBox="1"/>
          <p:nvPr/>
        </p:nvSpPr>
        <p:spPr>
          <a:xfrm>
            <a:off x="4032238" y="2610768"/>
            <a:ext cx="1405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Observation</a:t>
            </a:r>
          </a:p>
          <a:p>
            <a:r>
              <a:rPr lang="de-DE" dirty="0"/>
              <a:t>Catalog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8E63CAF-F9C0-DF48-A58B-06C0E24DF6F0}"/>
              </a:ext>
            </a:extLst>
          </p:cNvPr>
          <p:cNvSpPr txBox="1"/>
          <p:nvPr/>
        </p:nvSpPr>
        <p:spPr>
          <a:xfrm>
            <a:off x="4205521" y="5156635"/>
            <a:ext cx="1187697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Scenario</a:t>
            </a:r>
          </a:p>
          <a:p>
            <a:r>
              <a:rPr lang="de-DE" dirty="0"/>
              <a:t>Header</a:t>
            </a:r>
          </a:p>
          <a:p>
            <a:r>
              <a:rPr lang="de-DE" dirty="0"/>
              <a:t>Generator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6B71020-B496-6B4B-2A65-03D8BF9DB71B}"/>
              </a:ext>
            </a:extLst>
          </p:cNvPr>
          <p:cNvSpPr txBox="1"/>
          <p:nvPr/>
        </p:nvSpPr>
        <p:spPr>
          <a:xfrm>
            <a:off x="5317167" y="4525603"/>
            <a:ext cx="13980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dirty="0"/>
              <a:t>Hash</a:t>
            </a:r>
          </a:p>
          <a:p>
            <a:r>
              <a:rPr lang="de-DE" sz="1100" dirty="0"/>
              <a:t>Status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maturity</a:t>
            </a:r>
            <a:r>
              <a:rPr lang="de-DE" sz="1100" dirty="0"/>
              <a:t>=</a:t>
            </a:r>
            <a:r>
              <a:rPr lang="de-DE" sz="1100" dirty="0">
                <a:solidFill>
                  <a:srgbClr val="00B050"/>
                </a:solidFill>
              </a:rPr>
              <a:t>release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visibility</a:t>
            </a:r>
            <a:r>
              <a:rPr lang="de-DE" sz="1100" dirty="0"/>
              <a:t> = </a:t>
            </a:r>
            <a:r>
              <a:rPr lang="de-DE" sz="1100" dirty="0" err="1"/>
              <a:t>public</a:t>
            </a:r>
            <a:endParaRPr lang="de-DE" sz="1100" dirty="0"/>
          </a:p>
        </p:txBody>
      </p: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A8353621-DAE1-FE14-8DB2-7F7552DCE53B}"/>
              </a:ext>
            </a:extLst>
          </p:cNvPr>
          <p:cNvCxnSpPr>
            <a:stCxn id="48" idx="3"/>
            <a:endCxn id="43" idx="2"/>
          </p:cNvCxnSpPr>
          <p:nvPr/>
        </p:nvCxnSpPr>
        <p:spPr>
          <a:xfrm flipH="1" flipV="1">
            <a:off x="4734835" y="3257099"/>
            <a:ext cx="658383" cy="2361201"/>
          </a:xfrm>
          <a:prstGeom prst="bentConnector4">
            <a:avLst>
              <a:gd name="adj1" fmla="val -34721"/>
              <a:gd name="adj2" fmla="val 597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3E1BA98C-4C05-2625-6718-EEDF8B7F3774}"/>
              </a:ext>
            </a:extLst>
          </p:cNvPr>
          <p:cNvSpPr txBox="1"/>
          <p:nvPr/>
        </p:nvSpPr>
        <p:spPr>
          <a:xfrm>
            <a:off x="5429250" y="2610768"/>
            <a:ext cx="7336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C609F7B-A962-D9BC-F2E4-2AB325C8BB82}"/>
              </a:ext>
            </a:extLst>
          </p:cNvPr>
          <p:cNvSpPr txBox="1"/>
          <p:nvPr/>
        </p:nvSpPr>
        <p:spPr>
          <a:xfrm>
            <a:off x="3507165" y="5797649"/>
            <a:ext cx="61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/>
              <a:t>Status = </a:t>
            </a:r>
          </a:p>
          <a:p>
            <a:r>
              <a:rPr lang="de-DE" sz="9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8176852-3FEA-52BB-7D27-98ECA8364C29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5973882" y="1704266"/>
            <a:ext cx="8784" cy="937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hteck 57">
            <a:extLst>
              <a:ext uri="{FF2B5EF4-FFF2-40B4-BE49-F238E27FC236}">
                <a16:creationId xmlns:a16="http://schemas.microsoft.com/office/drawing/2014/main" id="{FC9A36C7-4096-B479-D934-A216713D9B56}"/>
              </a:ext>
            </a:extLst>
          </p:cNvPr>
          <p:cNvSpPr/>
          <p:nvPr/>
        </p:nvSpPr>
        <p:spPr>
          <a:xfrm>
            <a:off x="5426487" y="670638"/>
            <a:ext cx="1112357" cy="1033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D3B4F75-2752-4319-F9BC-9BB3994F608A}"/>
              </a:ext>
            </a:extLst>
          </p:cNvPr>
          <p:cNvSpPr txBox="1"/>
          <p:nvPr/>
        </p:nvSpPr>
        <p:spPr>
          <a:xfrm>
            <a:off x="5433524" y="881025"/>
            <a:ext cx="1165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Truth</a:t>
            </a:r>
          </a:p>
          <a:p>
            <a:r>
              <a:rPr lang="de-DE" b="1" dirty="0" err="1"/>
              <a:t>Factories</a:t>
            </a:r>
            <a:endParaRPr lang="de-DE" b="1" dirty="0"/>
          </a:p>
        </p:txBody>
      </p: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C210F8C4-B98C-C47F-9826-55F1D526F315}"/>
              </a:ext>
            </a:extLst>
          </p:cNvPr>
          <p:cNvGrpSpPr/>
          <p:nvPr/>
        </p:nvGrpSpPr>
        <p:grpSpPr>
          <a:xfrm>
            <a:off x="7407725" y="78767"/>
            <a:ext cx="1867625" cy="578667"/>
            <a:chOff x="6939880" y="200160"/>
            <a:chExt cx="1867625" cy="578667"/>
          </a:xfrm>
        </p:grpSpPr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5085CAB4-650B-46D0-FB25-35DC95A87C33}"/>
                </a:ext>
              </a:extLst>
            </p:cNvPr>
            <p:cNvSpPr txBox="1"/>
            <p:nvPr/>
          </p:nvSpPr>
          <p:spPr>
            <a:xfrm>
              <a:off x="7094231" y="283589"/>
              <a:ext cx="1493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Eg. Horizons Engine</a:t>
              </a:r>
            </a:p>
          </p:txBody>
        </p:sp>
        <p:sp>
          <p:nvSpPr>
            <p:cNvPr id="65" name="Wolke 64">
              <a:extLst>
                <a:ext uri="{FF2B5EF4-FFF2-40B4-BE49-F238E27FC236}">
                  <a16:creationId xmlns:a16="http://schemas.microsoft.com/office/drawing/2014/main" id="{3F128883-9137-7B4E-C3BF-848C619DD517}"/>
                </a:ext>
              </a:extLst>
            </p:cNvPr>
            <p:cNvSpPr/>
            <p:nvPr/>
          </p:nvSpPr>
          <p:spPr>
            <a:xfrm>
              <a:off x="6939880" y="200160"/>
              <a:ext cx="1867625" cy="578667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B8D331BE-6CB2-ED7F-E65D-45B78E06207A}"/>
              </a:ext>
            </a:extLst>
          </p:cNvPr>
          <p:cNvSpPr txBox="1"/>
          <p:nvPr/>
        </p:nvSpPr>
        <p:spPr>
          <a:xfrm>
            <a:off x="6389161" y="171016"/>
            <a:ext cx="404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API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4B85CDA-13FE-123B-4968-A642029F1724}"/>
              </a:ext>
            </a:extLst>
          </p:cNvPr>
          <p:cNvSpPr/>
          <p:nvPr/>
        </p:nvSpPr>
        <p:spPr>
          <a:xfrm>
            <a:off x="6618070" y="2628216"/>
            <a:ext cx="1986403" cy="944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F0EC2712-40B7-5E08-387A-DB8963A72B6D}"/>
              </a:ext>
            </a:extLst>
          </p:cNvPr>
          <p:cNvSpPr txBox="1"/>
          <p:nvPr/>
        </p:nvSpPr>
        <p:spPr>
          <a:xfrm>
            <a:off x="6614645" y="2643968"/>
            <a:ext cx="1246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Factory</a:t>
            </a:r>
          </a:p>
          <a:p>
            <a:r>
              <a:rPr lang="de-DE" dirty="0"/>
              <a:t>Reference </a:t>
            </a:r>
          </a:p>
          <a:p>
            <a:r>
              <a:rPr lang="de-DE" dirty="0"/>
              <a:t>Data</a:t>
            </a:r>
          </a:p>
        </p:txBody>
      </p: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51AF46B8-3F58-C831-20DD-B42A1D9C036B}"/>
              </a:ext>
            </a:extLst>
          </p:cNvPr>
          <p:cNvCxnSpPr>
            <a:stCxn id="58" idx="3"/>
            <a:endCxn id="73" idx="0"/>
          </p:cNvCxnSpPr>
          <p:nvPr/>
        </p:nvCxnSpPr>
        <p:spPr>
          <a:xfrm>
            <a:off x="6538844" y="1187452"/>
            <a:ext cx="698889" cy="14565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874EFB9C-6678-4ACB-9F74-9D81E581ED52}"/>
              </a:ext>
            </a:extLst>
          </p:cNvPr>
          <p:cNvSpPr txBox="1"/>
          <p:nvPr/>
        </p:nvSpPr>
        <p:spPr>
          <a:xfrm>
            <a:off x="7983190" y="3085765"/>
            <a:ext cx="901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580CFBA0-DB8D-56E6-0582-273D926CD15C}"/>
              </a:ext>
            </a:extLst>
          </p:cNvPr>
          <p:cNvSpPr/>
          <p:nvPr/>
        </p:nvSpPr>
        <p:spPr>
          <a:xfrm>
            <a:off x="6715266" y="4914009"/>
            <a:ext cx="1308425" cy="12370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685290D2-A44B-3067-A4FB-BC6397C6E63C}"/>
              </a:ext>
            </a:extLst>
          </p:cNvPr>
          <p:cNvSpPr txBox="1"/>
          <p:nvPr/>
        </p:nvSpPr>
        <p:spPr>
          <a:xfrm>
            <a:off x="6804445" y="5072514"/>
            <a:ext cx="113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Astronometria</a:t>
            </a:r>
            <a:endParaRPr lang="de-DE" b="1" dirty="0"/>
          </a:p>
          <a:p>
            <a:r>
              <a:rPr lang="de-DE" dirty="0"/>
              <a:t>(Engine)</a:t>
            </a:r>
          </a:p>
        </p:txBody>
      </p: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E819E1AB-6AC7-0AA3-4466-B0AB715991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47360" y="3647775"/>
            <a:ext cx="1625874" cy="92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A8CEF196-F0F2-903A-8BE6-AC9F9A383F19}"/>
              </a:ext>
            </a:extLst>
          </p:cNvPr>
          <p:cNvSpPr txBox="1"/>
          <p:nvPr/>
        </p:nvSpPr>
        <p:spPr>
          <a:xfrm>
            <a:off x="6025408" y="38817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43AEC9C7-6F0D-2109-3A93-193CE201885C}"/>
              </a:ext>
            </a:extLst>
          </p:cNvPr>
          <p:cNvSpPr txBox="1"/>
          <p:nvPr/>
        </p:nvSpPr>
        <p:spPr>
          <a:xfrm>
            <a:off x="8315658" y="4994962"/>
            <a:ext cx="1106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23A116E3-57DE-D174-3285-B1AB1363043D}"/>
              </a:ext>
            </a:extLst>
          </p:cNvPr>
          <p:cNvSpPr txBox="1"/>
          <p:nvPr/>
        </p:nvSpPr>
        <p:spPr>
          <a:xfrm>
            <a:off x="10996503" y="1600347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Analysis</a:t>
            </a:r>
          </a:p>
          <a:p>
            <a:r>
              <a:rPr lang="de-DE" sz="1100" dirty="0"/>
              <a:t>Report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0643347E-0BED-BBB4-F40F-EF9CC3F956AB}"/>
              </a:ext>
            </a:extLst>
          </p:cNvPr>
          <p:cNvSpPr/>
          <p:nvPr/>
        </p:nvSpPr>
        <p:spPr>
          <a:xfrm>
            <a:off x="10417927" y="2628214"/>
            <a:ext cx="1106549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FDE0A02C-0DFB-9FA8-CE03-0C9772DC0204}"/>
              </a:ext>
            </a:extLst>
          </p:cNvPr>
          <p:cNvSpPr txBox="1"/>
          <p:nvPr/>
        </p:nvSpPr>
        <p:spPr>
          <a:xfrm>
            <a:off x="10475678" y="2619491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Reports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4A9BE9E4-28F1-5D24-374B-89FC6BE995BE}"/>
              </a:ext>
            </a:extLst>
          </p:cNvPr>
          <p:cNvSpPr txBox="1"/>
          <p:nvPr/>
        </p:nvSpPr>
        <p:spPr>
          <a:xfrm>
            <a:off x="6006932" y="181677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5BD4EBE4-6F65-13C5-E949-2DF4D18EB9C7}"/>
              </a:ext>
            </a:extLst>
          </p:cNvPr>
          <p:cNvSpPr txBox="1"/>
          <p:nvPr/>
        </p:nvSpPr>
        <p:spPr>
          <a:xfrm>
            <a:off x="1226347" y="17325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B9F3E80A-AED0-BF76-83CD-48841CC76D02}"/>
              </a:ext>
            </a:extLst>
          </p:cNvPr>
          <p:cNvSpPr txBox="1"/>
          <p:nvPr/>
        </p:nvSpPr>
        <p:spPr>
          <a:xfrm>
            <a:off x="2110248" y="373638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B2A85C38-5373-2039-C02A-2A3921CBF71E}"/>
              </a:ext>
            </a:extLst>
          </p:cNvPr>
          <p:cNvSpPr txBox="1"/>
          <p:nvPr/>
        </p:nvSpPr>
        <p:spPr>
          <a:xfrm>
            <a:off x="3847965" y="1808716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60B6B781-7D1F-290F-5049-0F7754A80C10}"/>
              </a:ext>
            </a:extLst>
          </p:cNvPr>
          <p:cNvSpPr txBox="1"/>
          <p:nvPr/>
        </p:nvSpPr>
        <p:spPr>
          <a:xfrm>
            <a:off x="10927076" y="4994962"/>
            <a:ext cx="1433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Edge </a:t>
            </a:r>
            <a:r>
              <a:rPr lang="de-DE" sz="1100" dirty="0" err="1"/>
              <a:t>Candidates</a:t>
            </a:r>
            <a:endParaRPr lang="de-DE" sz="1100" dirty="0"/>
          </a:p>
          <a:p>
            <a:r>
              <a:rPr lang="de-DE" sz="1100" b="1" dirty="0"/>
              <a:t>(</a:t>
            </a:r>
            <a:r>
              <a:rPr lang="de-DE" sz="1100" b="1" dirty="0" err="1"/>
              <a:t>self</a:t>
            </a:r>
            <a:r>
              <a:rPr lang="de-DE" sz="1100" b="1" dirty="0"/>
              <a:t> </a:t>
            </a:r>
            <a:r>
              <a:rPr lang="de-DE" sz="1100" b="1" dirty="0" err="1"/>
              <a:t>extending</a:t>
            </a:r>
            <a:r>
              <a:rPr lang="de-DE" sz="1100" b="1" dirty="0"/>
              <a:t> </a:t>
            </a:r>
            <a:r>
              <a:rPr lang="de-DE" sz="1100" b="1" dirty="0" err="1"/>
              <a:t>path</a:t>
            </a:r>
            <a:r>
              <a:rPr lang="de-DE" sz="1100" b="1" dirty="0"/>
              <a:t>)</a:t>
            </a:r>
          </a:p>
        </p:txBody>
      </p: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D36032E8-CE98-565D-E11D-6E59F17A011F}"/>
              </a:ext>
            </a:extLst>
          </p:cNvPr>
          <p:cNvCxnSpPr>
            <a:stCxn id="58" idx="0"/>
            <a:endCxn id="65" idx="2"/>
          </p:cNvCxnSpPr>
          <p:nvPr/>
        </p:nvCxnSpPr>
        <p:spPr>
          <a:xfrm rot="5400000" flipH="1" flipV="1">
            <a:off x="6546824" y="-196056"/>
            <a:ext cx="302537" cy="1430852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Verbinder: gewinkelt 147">
            <a:extLst>
              <a:ext uri="{FF2B5EF4-FFF2-40B4-BE49-F238E27FC236}">
                <a16:creationId xmlns:a16="http://schemas.microsoft.com/office/drawing/2014/main" id="{71BD9BA5-F2CE-EC53-B153-C26645B6ED59}"/>
              </a:ext>
            </a:extLst>
          </p:cNvPr>
          <p:cNvCxnSpPr>
            <a:cxnSpLocks/>
          </p:cNvCxnSpPr>
          <p:nvPr/>
        </p:nvCxnSpPr>
        <p:spPr>
          <a:xfrm rot="5400000">
            <a:off x="7115413" y="4148990"/>
            <a:ext cx="1346708" cy="1833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uppieren 174">
            <a:extLst>
              <a:ext uri="{FF2B5EF4-FFF2-40B4-BE49-F238E27FC236}">
                <a16:creationId xmlns:a16="http://schemas.microsoft.com/office/drawing/2014/main" id="{12A186FC-C949-49E1-C6E3-79D86FF501A7}"/>
              </a:ext>
            </a:extLst>
          </p:cNvPr>
          <p:cNvGrpSpPr/>
          <p:nvPr/>
        </p:nvGrpSpPr>
        <p:grpSpPr>
          <a:xfrm>
            <a:off x="45406" y="423920"/>
            <a:ext cx="1122423" cy="1855880"/>
            <a:chOff x="132590" y="547892"/>
            <a:chExt cx="1122423" cy="185588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66D50FDA-A3C5-486B-82B4-45911D1FE858}"/>
                </a:ext>
              </a:extLst>
            </p:cNvPr>
            <p:cNvSpPr/>
            <p:nvPr/>
          </p:nvSpPr>
          <p:spPr>
            <a:xfrm>
              <a:off x="535131" y="547892"/>
              <a:ext cx="294967" cy="29496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A83137BA-AD45-067B-A4CD-0DD55F0E7393}"/>
                </a:ext>
              </a:extLst>
            </p:cNvPr>
            <p:cNvCxnSpPr>
              <a:stCxn id="153" idx="4"/>
            </p:cNvCxnSpPr>
            <p:nvPr/>
          </p:nvCxnSpPr>
          <p:spPr>
            <a:xfrm flipH="1">
              <a:off x="682614" y="842859"/>
              <a:ext cx="1" cy="570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2B68E7C2-8E58-940F-E18C-9C903E13A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131" y="1413132"/>
              <a:ext cx="147483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CBC20629-B6D3-311F-E522-483DA36CEC72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4" y="1413132"/>
              <a:ext cx="144626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4D206625-A667-77FF-3CB0-C791982D4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496" y="999697"/>
              <a:ext cx="5407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>
              <a:extLst>
                <a:ext uri="{FF2B5EF4-FFF2-40B4-BE49-F238E27FC236}">
                  <a16:creationId xmlns:a16="http://schemas.microsoft.com/office/drawing/2014/main" id="{A5161354-5FA1-F77E-A94D-E204849BA158}"/>
                </a:ext>
              </a:extLst>
            </p:cNvPr>
            <p:cNvSpPr txBox="1"/>
            <p:nvPr/>
          </p:nvSpPr>
          <p:spPr>
            <a:xfrm>
              <a:off x="132590" y="1757441"/>
              <a:ext cx="11224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Scenario</a:t>
              </a:r>
            </a:p>
            <a:p>
              <a:r>
                <a:rPr lang="de-DE" b="1" dirty="0"/>
                <a:t>Designer</a:t>
              </a:r>
            </a:p>
          </p:txBody>
        </p:sp>
      </p:grp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BB4C4C1-B22A-4095-9379-F73A97ABBE6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97346" y="1182123"/>
            <a:ext cx="797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Verbinder: gewinkelt 162">
            <a:extLst>
              <a:ext uri="{FF2B5EF4-FFF2-40B4-BE49-F238E27FC236}">
                <a16:creationId xmlns:a16="http://schemas.microsoft.com/office/drawing/2014/main" id="{88ACD159-ACEA-ADAC-3B42-20F47642422B}"/>
              </a:ext>
            </a:extLst>
          </p:cNvPr>
          <p:cNvCxnSpPr>
            <a:cxnSpLocks/>
            <a:endCxn id="8" idx="0"/>
          </p:cNvCxnSpPr>
          <p:nvPr/>
        </p:nvCxnSpPr>
        <p:spPr>
          <a:xfrm flipV="1">
            <a:off x="997346" y="957945"/>
            <a:ext cx="2932126" cy="86679"/>
          </a:xfrm>
          <a:prstGeom prst="bentConnector4">
            <a:avLst>
              <a:gd name="adj1" fmla="val 11873"/>
              <a:gd name="adj2" fmla="val 9241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feld 181">
            <a:extLst>
              <a:ext uri="{FF2B5EF4-FFF2-40B4-BE49-F238E27FC236}">
                <a16:creationId xmlns:a16="http://schemas.microsoft.com/office/drawing/2014/main" id="{E003DAEF-B52F-C5C0-C3AA-612D992A9C39}"/>
              </a:ext>
            </a:extLst>
          </p:cNvPr>
          <p:cNvSpPr txBox="1"/>
          <p:nvPr/>
        </p:nvSpPr>
        <p:spPr>
          <a:xfrm>
            <a:off x="7810395" y="2658038"/>
            <a:ext cx="74899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sp>
        <p:nvSpPr>
          <p:cNvPr id="184" name="Textfeld 183">
            <a:extLst>
              <a:ext uri="{FF2B5EF4-FFF2-40B4-BE49-F238E27FC236}">
                <a16:creationId xmlns:a16="http://schemas.microsoft.com/office/drawing/2014/main" id="{C2C6020E-1FBA-EADB-633A-A335FCC7D791}"/>
              </a:ext>
            </a:extLst>
          </p:cNvPr>
          <p:cNvSpPr txBox="1"/>
          <p:nvPr/>
        </p:nvSpPr>
        <p:spPr>
          <a:xfrm>
            <a:off x="9373406" y="858238"/>
            <a:ext cx="1012072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Tool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A173514B-1A1E-9D1D-51D0-935485ECAAA8}"/>
              </a:ext>
            </a:extLst>
          </p:cNvPr>
          <p:cNvSpPr txBox="1"/>
          <p:nvPr/>
        </p:nvSpPr>
        <p:spPr>
          <a:xfrm>
            <a:off x="8863850" y="2574006"/>
            <a:ext cx="1463153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Astrono</a:t>
            </a:r>
            <a:endParaRPr lang="de-DE" dirty="0"/>
          </a:p>
          <a:p>
            <a:r>
              <a:rPr lang="de-DE" dirty="0" err="1"/>
              <a:t>metria</a:t>
            </a:r>
            <a:endParaRPr lang="de-DE" dirty="0"/>
          </a:p>
          <a:p>
            <a:r>
              <a:rPr lang="de-DE" dirty="0"/>
              <a:t>Data</a:t>
            </a:r>
          </a:p>
          <a:p>
            <a:endParaRPr lang="de-DE" dirty="0"/>
          </a:p>
        </p:txBody>
      </p:sp>
      <p:cxnSp>
        <p:nvCxnSpPr>
          <p:cNvPr id="191" name="Verbinder: gewinkelt 190">
            <a:extLst>
              <a:ext uri="{FF2B5EF4-FFF2-40B4-BE49-F238E27FC236}">
                <a16:creationId xmlns:a16="http://schemas.microsoft.com/office/drawing/2014/main" id="{D7565BAF-C8C0-B8CE-193D-6185F22DA084}"/>
              </a:ext>
            </a:extLst>
          </p:cNvPr>
          <p:cNvCxnSpPr>
            <a:cxnSpLocks/>
            <a:stCxn id="83" idx="3"/>
            <a:endCxn id="188" idx="2"/>
          </p:cNvCxnSpPr>
          <p:nvPr/>
        </p:nvCxnSpPr>
        <p:spPr>
          <a:xfrm flipV="1">
            <a:off x="8023691" y="3774335"/>
            <a:ext cx="1571736" cy="17582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Verbinder: gewinkelt 193">
            <a:extLst>
              <a:ext uri="{FF2B5EF4-FFF2-40B4-BE49-F238E27FC236}">
                <a16:creationId xmlns:a16="http://schemas.microsoft.com/office/drawing/2014/main" id="{D70ED3B4-B200-28D3-A850-5C205B3D4D85}"/>
              </a:ext>
            </a:extLst>
          </p:cNvPr>
          <p:cNvCxnSpPr>
            <a:cxnSpLocks/>
            <a:stCxn id="70" idx="3"/>
            <a:endCxn id="184" idx="1"/>
          </p:cNvCxnSpPr>
          <p:nvPr/>
        </p:nvCxnSpPr>
        <p:spPr>
          <a:xfrm flipV="1">
            <a:off x="8604473" y="1181404"/>
            <a:ext cx="768933" cy="1919024"/>
          </a:xfrm>
          <a:prstGeom prst="bentConnector3">
            <a:avLst>
              <a:gd name="adj1" fmla="val 115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Verbinder: gewinkelt 198">
            <a:extLst>
              <a:ext uri="{FF2B5EF4-FFF2-40B4-BE49-F238E27FC236}">
                <a16:creationId xmlns:a16="http://schemas.microsoft.com/office/drawing/2014/main" id="{6C360329-A258-9E90-5BC5-553F221CEE6F}"/>
              </a:ext>
            </a:extLst>
          </p:cNvPr>
          <p:cNvCxnSpPr>
            <a:cxnSpLocks/>
            <a:stCxn id="188" idx="0"/>
            <a:endCxn id="184" idx="2"/>
          </p:cNvCxnSpPr>
          <p:nvPr/>
        </p:nvCxnSpPr>
        <p:spPr>
          <a:xfrm rot="5400000" flipH="1" flipV="1">
            <a:off x="9202716" y="1897281"/>
            <a:ext cx="1069437" cy="2840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feld 199">
            <a:extLst>
              <a:ext uri="{FF2B5EF4-FFF2-40B4-BE49-F238E27FC236}">
                <a16:creationId xmlns:a16="http://schemas.microsoft.com/office/drawing/2014/main" id="{41288FFF-428B-00DE-AB06-186A8F4BFC78}"/>
              </a:ext>
            </a:extLst>
          </p:cNvPr>
          <p:cNvSpPr txBox="1"/>
          <p:nvPr/>
        </p:nvSpPr>
        <p:spPr>
          <a:xfrm>
            <a:off x="9820251" y="1518987"/>
            <a:ext cx="7111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202" name="Verbinder: gewinkelt 201">
            <a:extLst>
              <a:ext uri="{FF2B5EF4-FFF2-40B4-BE49-F238E27FC236}">
                <a16:creationId xmlns:a16="http://schemas.microsoft.com/office/drawing/2014/main" id="{9F8D1039-9005-2E63-9864-6570EF99128D}"/>
              </a:ext>
            </a:extLst>
          </p:cNvPr>
          <p:cNvCxnSpPr>
            <a:cxnSpLocks/>
            <a:stCxn id="184" idx="3"/>
            <a:endCxn id="119" idx="0"/>
          </p:cNvCxnSpPr>
          <p:nvPr/>
        </p:nvCxnSpPr>
        <p:spPr>
          <a:xfrm>
            <a:off x="10385478" y="1181404"/>
            <a:ext cx="585724" cy="14468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echteck 207">
            <a:extLst>
              <a:ext uri="{FF2B5EF4-FFF2-40B4-BE49-F238E27FC236}">
                <a16:creationId xmlns:a16="http://schemas.microsoft.com/office/drawing/2014/main" id="{F093C1EE-2C54-EF0F-76C7-323EB719E2FD}"/>
              </a:ext>
            </a:extLst>
          </p:cNvPr>
          <p:cNvSpPr/>
          <p:nvPr/>
        </p:nvSpPr>
        <p:spPr>
          <a:xfrm>
            <a:off x="2422761" y="4994962"/>
            <a:ext cx="1132248" cy="1341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0" name="Verbinder: gewinkelt 209">
            <a:extLst>
              <a:ext uri="{FF2B5EF4-FFF2-40B4-BE49-F238E27FC236}">
                <a16:creationId xmlns:a16="http://schemas.microsoft.com/office/drawing/2014/main" id="{30D6E190-53F1-2BCD-497E-7D2F21990A86}"/>
              </a:ext>
            </a:extLst>
          </p:cNvPr>
          <p:cNvCxnSpPr>
            <a:endCxn id="208" idx="2"/>
          </p:cNvCxnSpPr>
          <p:nvPr/>
        </p:nvCxnSpPr>
        <p:spPr>
          <a:xfrm rot="10800000" flipV="1">
            <a:off x="2988885" y="3257099"/>
            <a:ext cx="7949868" cy="3079152"/>
          </a:xfrm>
          <a:prstGeom prst="bentConnector4">
            <a:avLst>
              <a:gd name="adj1" fmla="val 71"/>
              <a:gd name="adj2" fmla="val 1074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feld 217">
            <a:extLst>
              <a:ext uri="{FF2B5EF4-FFF2-40B4-BE49-F238E27FC236}">
                <a16:creationId xmlns:a16="http://schemas.microsoft.com/office/drawing/2014/main" id="{126E7F85-0FA0-0309-AF06-4CD94D591156}"/>
              </a:ext>
            </a:extLst>
          </p:cNvPr>
          <p:cNvSpPr txBox="1"/>
          <p:nvPr/>
        </p:nvSpPr>
        <p:spPr>
          <a:xfrm>
            <a:off x="9711031" y="3115347"/>
            <a:ext cx="57233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cxnSp>
        <p:nvCxnSpPr>
          <p:cNvPr id="233" name="Verbinder: gewinkelt 232">
            <a:extLst>
              <a:ext uri="{FF2B5EF4-FFF2-40B4-BE49-F238E27FC236}">
                <a16:creationId xmlns:a16="http://schemas.microsoft.com/office/drawing/2014/main" id="{1496053E-5A55-354B-72D0-63EDC1DE5471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5400000">
            <a:off x="2656785" y="1355529"/>
            <a:ext cx="870777" cy="16745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A120446-2246-3E27-5C88-ED52EF176C76}"/>
              </a:ext>
            </a:extLst>
          </p:cNvPr>
          <p:cNvSpPr txBox="1"/>
          <p:nvPr/>
        </p:nvSpPr>
        <p:spPr>
          <a:xfrm>
            <a:off x="6848129" y="977066"/>
            <a:ext cx="11706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 err="1">
                <a:solidFill>
                  <a:srgbClr val="FF0000"/>
                </a:solidFill>
              </a:rPr>
              <a:t>ScenarioID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FactoryID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39B548A-7D26-DEB6-A33F-EBDC86BD26FC}"/>
              </a:ext>
            </a:extLst>
          </p:cNvPr>
          <p:cNvSpPr txBox="1"/>
          <p:nvPr/>
        </p:nvSpPr>
        <p:spPr>
          <a:xfrm>
            <a:off x="7733266" y="3982295"/>
            <a:ext cx="1308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 err="1">
                <a:solidFill>
                  <a:srgbClr val="FF0000"/>
                </a:solidFill>
              </a:rPr>
              <a:t>ScenarioID</a:t>
            </a:r>
            <a:r>
              <a:rPr lang="de-DE" sz="1100" b="1" dirty="0">
                <a:solidFill>
                  <a:srgbClr val="FF0000"/>
                </a:solidFill>
              </a:rPr>
              <a:t> 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 err="1">
                <a:solidFill>
                  <a:srgbClr val="FF0000"/>
                </a:solidFill>
              </a:rPr>
              <a:t>FactoryID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 err="1">
                <a:solidFill>
                  <a:srgbClr val="00B050"/>
                </a:solidFill>
              </a:rPr>
              <a:t>released</a:t>
            </a:r>
            <a:endParaRPr lang="de-DE" sz="1100" b="1" dirty="0">
              <a:solidFill>
                <a:srgbClr val="00B050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BD87530-2F44-8C26-0144-B988A67C9CB3}"/>
              </a:ext>
            </a:extLst>
          </p:cNvPr>
          <p:cNvSpPr txBox="1"/>
          <p:nvPr/>
        </p:nvSpPr>
        <p:spPr>
          <a:xfrm>
            <a:off x="8112373" y="1319545"/>
            <a:ext cx="11052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 err="1">
                <a:solidFill>
                  <a:srgbClr val="FF0000"/>
                </a:solidFill>
              </a:rPr>
              <a:t>ScenarioID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FactoryID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 err="1">
                <a:solidFill>
                  <a:srgbClr val="00B050"/>
                </a:solidFill>
              </a:rPr>
              <a:t>released</a:t>
            </a:r>
            <a:endParaRPr lang="de-DE" sz="11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80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0EFCDE-FC1B-C4C4-2602-EAA5DC11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FactoryData</a:t>
            </a:r>
            <a:r>
              <a:rPr lang="de-DE" dirty="0"/>
              <a:t> and </a:t>
            </a:r>
            <a:r>
              <a:rPr lang="de-DE" dirty="0" err="1"/>
              <a:t>AstronometriaData</a:t>
            </a:r>
            <a:r>
              <a:rPr lang="de-DE" dirty="0"/>
              <a:t> </a:t>
            </a:r>
            <a:r>
              <a:rPr lang="de-DE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6CF1B82-1ED1-397B-32E8-7A82F6AC93AE}"/>
              </a:ext>
            </a:extLst>
          </p:cNvPr>
          <p:cNvSpPr/>
          <p:nvPr/>
        </p:nvSpPr>
        <p:spPr>
          <a:xfrm>
            <a:off x="861552" y="2433110"/>
            <a:ext cx="10717994" cy="14704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6CBE270-F984-ADE0-0261-A482F8B288B3}"/>
              </a:ext>
            </a:extLst>
          </p:cNvPr>
          <p:cNvSpPr txBox="1"/>
          <p:nvPr/>
        </p:nvSpPr>
        <p:spPr>
          <a:xfrm>
            <a:off x="3054067" y="3497468"/>
            <a:ext cx="150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AstronoData</a:t>
            </a:r>
            <a:endParaRPr lang="de-DE" b="1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3C0E44F4-2803-9532-3F3D-115913811C06}"/>
              </a:ext>
            </a:extLst>
          </p:cNvPr>
          <p:cNvCxnSpPr/>
          <p:nvPr/>
        </p:nvCxnSpPr>
        <p:spPr>
          <a:xfrm>
            <a:off x="2085053" y="1757440"/>
            <a:ext cx="0" cy="870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2D77B65D-8BF8-102A-4031-EC82BC9BC2FE}"/>
              </a:ext>
            </a:extLst>
          </p:cNvPr>
          <p:cNvSpPr/>
          <p:nvPr/>
        </p:nvSpPr>
        <p:spPr>
          <a:xfrm>
            <a:off x="1144634" y="2628217"/>
            <a:ext cx="2220480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40DC18-D979-34F3-AB5A-6B5AE197D61D}"/>
              </a:ext>
            </a:extLst>
          </p:cNvPr>
          <p:cNvSpPr txBox="1"/>
          <p:nvPr/>
        </p:nvSpPr>
        <p:spPr>
          <a:xfrm>
            <a:off x="1144634" y="2769905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ScenarioCandidates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CCED2C4-9157-DFE1-C83B-8BB85C6FDCC5}"/>
              </a:ext>
            </a:extLst>
          </p:cNvPr>
          <p:cNvCxnSpPr>
            <a:cxnSpLocks/>
          </p:cNvCxnSpPr>
          <p:nvPr/>
        </p:nvCxnSpPr>
        <p:spPr>
          <a:xfrm>
            <a:off x="3043699" y="3239654"/>
            <a:ext cx="0" cy="160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377A52C-F02B-A996-3FB2-CFD64E86A6FC}"/>
              </a:ext>
            </a:extLst>
          </p:cNvPr>
          <p:cNvSpPr txBox="1"/>
          <p:nvPr/>
        </p:nvSpPr>
        <p:spPr>
          <a:xfrm>
            <a:off x="694192" y="4994962"/>
            <a:ext cx="1528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Maintainer</a:t>
            </a:r>
            <a:endParaRPr lang="de-DE" b="1" dirty="0"/>
          </a:p>
          <a:p>
            <a:r>
              <a:rPr lang="de-DE" dirty="0"/>
              <a:t>Review</a:t>
            </a:r>
          </a:p>
          <a:p>
            <a:r>
              <a:rPr lang="de-DE" dirty="0"/>
              <a:t>(</a:t>
            </a:r>
            <a:r>
              <a:rPr lang="de-DE" dirty="0" err="1"/>
              <a:t>Governance</a:t>
            </a:r>
            <a:r>
              <a:rPr lang="de-DE" dirty="0"/>
              <a:t>)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8D65B12-5723-A45E-CA15-2F0F2A3A71A3}"/>
              </a:ext>
            </a:extLst>
          </p:cNvPr>
          <p:cNvGrpSpPr/>
          <p:nvPr/>
        </p:nvGrpSpPr>
        <p:grpSpPr>
          <a:xfrm>
            <a:off x="2686526" y="5102584"/>
            <a:ext cx="827277" cy="1086238"/>
            <a:chOff x="2801580" y="5080743"/>
            <a:chExt cx="827277" cy="108623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2B64FF30-4A35-92A8-B716-8CA50B4609FD}"/>
                </a:ext>
              </a:extLst>
            </p:cNvPr>
            <p:cNvSpPr/>
            <p:nvPr/>
          </p:nvSpPr>
          <p:spPr>
            <a:xfrm>
              <a:off x="2896215" y="5080743"/>
              <a:ext cx="294967" cy="29496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1A296E1A-F1B2-6856-0A0E-DF4870731E1A}"/>
                </a:ext>
              </a:extLst>
            </p:cNvPr>
            <p:cNvCxnSpPr>
              <a:stCxn id="11" idx="4"/>
            </p:cNvCxnSpPr>
            <p:nvPr/>
          </p:nvCxnSpPr>
          <p:spPr>
            <a:xfrm flipH="1">
              <a:off x="3043698" y="5375710"/>
              <a:ext cx="1" cy="570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1247A424-F785-3C27-A810-7FC8A8771A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215" y="5945983"/>
              <a:ext cx="147483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A3983CAB-052F-8A34-A8A5-5C444BC3AD08}"/>
                </a:ext>
              </a:extLst>
            </p:cNvPr>
            <p:cNvCxnSpPr>
              <a:cxnSpLocks/>
            </p:cNvCxnSpPr>
            <p:nvPr/>
          </p:nvCxnSpPr>
          <p:spPr>
            <a:xfrm>
              <a:off x="3043698" y="5945983"/>
              <a:ext cx="144626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62275658-EDFB-6BBA-359E-8594A3127A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580" y="5532548"/>
              <a:ext cx="5407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412B8CEC-609F-E928-51D5-B41D788704F2}"/>
                </a:ext>
              </a:extLst>
            </p:cNvPr>
            <p:cNvSpPr/>
            <p:nvPr/>
          </p:nvSpPr>
          <p:spPr>
            <a:xfrm>
              <a:off x="3399102" y="5318193"/>
              <a:ext cx="213088" cy="2156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0F759984-6635-C5B4-3FA9-DF762E219B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834" y="5494473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A3A376F6-7978-AEDA-9B13-44AD7CBD328C}"/>
                </a:ext>
              </a:extLst>
            </p:cNvPr>
            <p:cNvSpPr txBox="1"/>
            <p:nvPr/>
          </p:nvSpPr>
          <p:spPr>
            <a:xfrm flipV="1">
              <a:off x="3504893" y="5239115"/>
              <a:ext cx="123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+</a:t>
              </a:r>
            </a:p>
          </p:txBody>
        </p: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0EF4E5D3-F9E5-A363-3A4B-FD291DC1D5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1902" y="5474341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540EB93-9E55-D0ED-F08A-3B927364E31F}"/>
              </a:ext>
            </a:extLst>
          </p:cNvPr>
          <p:cNvCxnSpPr>
            <a:cxnSpLocks/>
          </p:cNvCxnSpPr>
          <p:nvPr/>
        </p:nvCxnSpPr>
        <p:spPr>
          <a:xfrm>
            <a:off x="3436988" y="5756570"/>
            <a:ext cx="7400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978DBD4E-3324-771C-8A51-BD180E843E0C}"/>
              </a:ext>
            </a:extLst>
          </p:cNvPr>
          <p:cNvSpPr txBox="1"/>
          <p:nvPr/>
        </p:nvSpPr>
        <p:spPr>
          <a:xfrm>
            <a:off x="3644188" y="5320698"/>
            <a:ext cx="74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Add</a:t>
            </a:r>
          </a:p>
          <a:p>
            <a:r>
              <a:rPr lang="de-DE" sz="600" dirty="0"/>
              <a:t>Scenario</a:t>
            </a:r>
          </a:p>
          <a:p>
            <a:r>
              <a:rPr lang="de-DE" sz="600" dirty="0" err="1"/>
              <a:t>Meta</a:t>
            </a:r>
            <a:r>
              <a:rPr lang="de-DE" sz="600" dirty="0"/>
              <a:t> Data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0A723F6-2CBB-B12E-8B56-B956583770F6}"/>
              </a:ext>
            </a:extLst>
          </p:cNvPr>
          <p:cNvSpPr/>
          <p:nvPr/>
        </p:nvSpPr>
        <p:spPr>
          <a:xfrm>
            <a:off x="3921292" y="2628216"/>
            <a:ext cx="2249036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89CDF86-72B4-C6D8-02E5-B1B1635A01CF}"/>
              </a:ext>
            </a:extLst>
          </p:cNvPr>
          <p:cNvSpPr txBox="1"/>
          <p:nvPr/>
        </p:nvSpPr>
        <p:spPr>
          <a:xfrm>
            <a:off x="4032238" y="2610768"/>
            <a:ext cx="1405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Observation</a:t>
            </a:r>
          </a:p>
          <a:p>
            <a:r>
              <a:rPr lang="de-DE" dirty="0"/>
              <a:t>Catalog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4654DAC-2335-C857-F17E-E79537057608}"/>
              </a:ext>
            </a:extLst>
          </p:cNvPr>
          <p:cNvSpPr txBox="1"/>
          <p:nvPr/>
        </p:nvSpPr>
        <p:spPr>
          <a:xfrm>
            <a:off x="4205521" y="5156635"/>
            <a:ext cx="1187697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Scenario</a:t>
            </a:r>
          </a:p>
          <a:p>
            <a:r>
              <a:rPr lang="de-DE" dirty="0"/>
              <a:t>Header</a:t>
            </a:r>
          </a:p>
          <a:p>
            <a:r>
              <a:rPr lang="de-DE" dirty="0"/>
              <a:t>Generator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4FB173B-7D25-8604-AF4B-98A079675A54}"/>
              </a:ext>
            </a:extLst>
          </p:cNvPr>
          <p:cNvSpPr txBox="1"/>
          <p:nvPr/>
        </p:nvSpPr>
        <p:spPr>
          <a:xfrm>
            <a:off x="5317167" y="4525603"/>
            <a:ext cx="13980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dirty="0"/>
              <a:t>Hash</a:t>
            </a:r>
          </a:p>
          <a:p>
            <a:r>
              <a:rPr lang="de-DE" sz="1100" dirty="0"/>
              <a:t>Status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maturity</a:t>
            </a:r>
            <a:r>
              <a:rPr lang="de-DE" sz="1100" dirty="0"/>
              <a:t>=</a:t>
            </a:r>
            <a:r>
              <a:rPr lang="de-DE" sz="1100" dirty="0">
                <a:solidFill>
                  <a:srgbClr val="00B050"/>
                </a:solidFill>
              </a:rPr>
              <a:t>release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visibility</a:t>
            </a:r>
            <a:r>
              <a:rPr lang="de-DE" sz="1100" dirty="0"/>
              <a:t> = </a:t>
            </a:r>
            <a:r>
              <a:rPr lang="de-DE" sz="1100" dirty="0" err="1"/>
              <a:t>public</a:t>
            </a:r>
            <a:endParaRPr lang="de-DE" sz="1100" dirty="0"/>
          </a:p>
        </p:txBody>
      </p: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1882E985-CBE9-D6D8-4810-80FE353EDB89}"/>
              </a:ext>
            </a:extLst>
          </p:cNvPr>
          <p:cNvCxnSpPr>
            <a:stCxn id="24" idx="3"/>
            <a:endCxn id="23" idx="2"/>
          </p:cNvCxnSpPr>
          <p:nvPr/>
        </p:nvCxnSpPr>
        <p:spPr>
          <a:xfrm flipH="1" flipV="1">
            <a:off x="4734835" y="3257099"/>
            <a:ext cx="658383" cy="2361201"/>
          </a:xfrm>
          <a:prstGeom prst="bentConnector4">
            <a:avLst>
              <a:gd name="adj1" fmla="val -34721"/>
              <a:gd name="adj2" fmla="val 597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1711F188-D792-3228-5E4A-51AEE9BDFDFE}"/>
              </a:ext>
            </a:extLst>
          </p:cNvPr>
          <p:cNvSpPr txBox="1"/>
          <p:nvPr/>
        </p:nvSpPr>
        <p:spPr>
          <a:xfrm>
            <a:off x="5429250" y="2610768"/>
            <a:ext cx="7336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C8D0EF5-42C7-462B-E36B-35FD6A2F298E}"/>
              </a:ext>
            </a:extLst>
          </p:cNvPr>
          <p:cNvSpPr txBox="1"/>
          <p:nvPr/>
        </p:nvSpPr>
        <p:spPr>
          <a:xfrm>
            <a:off x="3507165" y="5797649"/>
            <a:ext cx="61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/>
              <a:t>Status = </a:t>
            </a:r>
          </a:p>
          <a:p>
            <a:r>
              <a:rPr lang="de-DE" sz="9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3C7DEE4-5748-508B-0CED-49B1D194D5DB}"/>
              </a:ext>
            </a:extLst>
          </p:cNvPr>
          <p:cNvCxnSpPr>
            <a:cxnSpLocks/>
          </p:cNvCxnSpPr>
          <p:nvPr/>
        </p:nvCxnSpPr>
        <p:spPr>
          <a:xfrm flipV="1">
            <a:off x="5973882" y="1704266"/>
            <a:ext cx="8784" cy="937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3023A32D-3F92-4A90-DC60-F7FFF1A8E935}"/>
              </a:ext>
            </a:extLst>
          </p:cNvPr>
          <p:cNvSpPr/>
          <p:nvPr/>
        </p:nvSpPr>
        <p:spPr>
          <a:xfrm>
            <a:off x="6618070" y="2628216"/>
            <a:ext cx="1986403" cy="94442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FAFBEDD-3C1B-5CBB-5359-F103E5462D7B}"/>
              </a:ext>
            </a:extLst>
          </p:cNvPr>
          <p:cNvSpPr txBox="1"/>
          <p:nvPr/>
        </p:nvSpPr>
        <p:spPr>
          <a:xfrm>
            <a:off x="6614645" y="2643968"/>
            <a:ext cx="1246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Factory</a:t>
            </a:r>
          </a:p>
          <a:p>
            <a:r>
              <a:rPr lang="de-DE" dirty="0"/>
              <a:t>Reference </a:t>
            </a:r>
          </a:p>
          <a:p>
            <a:r>
              <a:rPr lang="de-DE" dirty="0"/>
              <a:t>Data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3348D38-BF40-F474-BACB-B3FF090D6D15}"/>
              </a:ext>
            </a:extLst>
          </p:cNvPr>
          <p:cNvSpPr txBox="1"/>
          <p:nvPr/>
        </p:nvSpPr>
        <p:spPr>
          <a:xfrm>
            <a:off x="7983190" y="3085765"/>
            <a:ext cx="901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6A8308B-9DC7-8D71-9418-474279D50A07}"/>
              </a:ext>
            </a:extLst>
          </p:cNvPr>
          <p:cNvSpPr/>
          <p:nvPr/>
        </p:nvSpPr>
        <p:spPr>
          <a:xfrm>
            <a:off x="6715266" y="4914009"/>
            <a:ext cx="1308425" cy="12370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E4D0F97-73BA-4352-ED36-5AD55144FDCA}"/>
              </a:ext>
            </a:extLst>
          </p:cNvPr>
          <p:cNvSpPr txBox="1"/>
          <p:nvPr/>
        </p:nvSpPr>
        <p:spPr>
          <a:xfrm>
            <a:off x="6804445" y="5072514"/>
            <a:ext cx="113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Astronometria</a:t>
            </a:r>
            <a:endParaRPr lang="de-DE" b="1" dirty="0"/>
          </a:p>
          <a:p>
            <a:r>
              <a:rPr lang="de-DE" dirty="0"/>
              <a:t>(Engine)</a:t>
            </a:r>
          </a:p>
        </p:txBody>
      </p: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631E5319-FC0B-D390-2844-C68F5B9863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47360" y="3647775"/>
            <a:ext cx="1625874" cy="92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6796A9D0-4DC3-B4D5-DC6A-2B15F0D9A016}"/>
              </a:ext>
            </a:extLst>
          </p:cNvPr>
          <p:cNvSpPr txBox="1"/>
          <p:nvPr/>
        </p:nvSpPr>
        <p:spPr>
          <a:xfrm>
            <a:off x="6025408" y="38817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02B41B0-E94E-1122-A4CD-F43EEF5DF0C8}"/>
              </a:ext>
            </a:extLst>
          </p:cNvPr>
          <p:cNvSpPr txBox="1"/>
          <p:nvPr/>
        </p:nvSpPr>
        <p:spPr>
          <a:xfrm>
            <a:off x="8315658" y="4994962"/>
            <a:ext cx="1106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B031439-D998-D9AE-E1CA-2EE016106BC8}"/>
              </a:ext>
            </a:extLst>
          </p:cNvPr>
          <p:cNvSpPr txBox="1"/>
          <p:nvPr/>
        </p:nvSpPr>
        <p:spPr>
          <a:xfrm>
            <a:off x="10996503" y="1600347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Analysis</a:t>
            </a:r>
          </a:p>
          <a:p>
            <a:r>
              <a:rPr lang="de-DE" sz="1100" dirty="0"/>
              <a:t>Report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C7735F5-DD5A-4C06-759C-BF57B6B3E945}"/>
              </a:ext>
            </a:extLst>
          </p:cNvPr>
          <p:cNvSpPr/>
          <p:nvPr/>
        </p:nvSpPr>
        <p:spPr>
          <a:xfrm>
            <a:off x="10417927" y="2628214"/>
            <a:ext cx="1106549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602996-8B62-0B79-A107-3B881E53A19E}"/>
              </a:ext>
            </a:extLst>
          </p:cNvPr>
          <p:cNvSpPr txBox="1"/>
          <p:nvPr/>
        </p:nvSpPr>
        <p:spPr>
          <a:xfrm>
            <a:off x="10475678" y="2619491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Reports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EB0A0A1-0D1B-20F3-BA55-A9EEC7C08517}"/>
              </a:ext>
            </a:extLst>
          </p:cNvPr>
          <p:cNvSpPr txBox="1"/>
          <p:nvPr/>
        </p:nvSpPr>
        <p:spPr>
          <a:xfrm>
            <a:off x="6006932" y="181677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9AC1BE4-6352-C0C5-EDD2-F0E13795480D}"/>
              </a:ext>
            </a:extLst>
          </p:cNvPr>
          <p:cNvSpPr txBox="1"/>
          <p:nvPr/>
        </p:nvSpPr>
        <p:spPr>
          <a:xfrm>
            <a:off x="1226347" y="17325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D45B9C7-CC96-B4AA-B86A-1984AA9247E8}"/>
              </a:ext>
            </a:extLst>
          </p:cNvPr>
          <p:cNvSpPr txBox="1"/>
          <p:nvPr/>
        </p:nvSpPr>
        <p:spPr>
          <a:xfrm>
            <a:off x="2110248" y="373638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5FC1393-4D04-E039-EB2C-D9FB237EAE5E}"/>
              </a:ext>
            </a:extLst>
          </p:cNvPr>
          <p:cNvSpPr txBox="1"/>
          <p:nvPr/>
        </p:nvSpPr>
        <p:spPr>
          <a:xfrm>
            <a:off x="3847965" y="1808716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FA99D96-A736-31CA-EEF9-526BE3791D31}"/>
              </a:ext>
            </a:extLst>
          </p:cNvPr>
          <p:cNvSpPr txBox="1"/>
          <p:nvPr/>
        </p:nvSpPr>
        <p:spPr>
          <a:xfrm>
            <a:off x="10927076" y="4994962"/>
            <a:ext cx="1433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Edge </a:t>
            </a:r>
            <a:r>
              <a:rPr lang="de-DE" sz="1100" dirty="0" err="1"/>
              <a:t>Candidates</a:t>
            </a:r>
            <a:endParaRPr lang="de-DE" sz="1100" dirty="0"/>
          </a:p>
          <a:p>
            <a:r>
              <a:rPr lang="de-DE" sz="1100" b="1" dirty="0"/>
              <a:t>(</a:t>
            </a:r>
            <a:r>
              <a:rPr lang="de-DE" sz="1100" b="1" dirty="0" err="1"/>
              <a:t>self</a:t>
            </a:r>
            <a:r>
              <a:rPr lang="de-DE" sz="1100" b="1" dirty="0"/>
              <a:t> </a:t>
            </a:r>
            <a:r>
              <a:rPr lang="de-DE" sz="1100" b="1" dirty="0" err="1"/>
              <a:t>extending</a:t>
            </a:r>
            <a:r>
              <a:rPr lang="de-DE" sz="1100" b="1" dirty="0"/>
              <a:t> </a:t>
            </a:r>
            <a:r>
              <a:rPr lang="de-DE" sz="1100" b="1" dirty="0" err="1"/>
              <a:t>path</a:t>
            </a:r>
            <a:r>
              <a:rPr lang="de-DE" sz="1100" b="1" dirty="0"/>
              <a:t>)</a:t>
            </a:r>
          </a:p>
        </p:txBody>
      </p: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097CE237-82C2-9EF2-AE1E-7D5602129EC6}"/>
              </a:ext>
            </a:extLst>
          </p:cNvPr>
          <p:cNvCxnSpPr>
            <a:cxnSpLocks/>
          </p:cNvCxnSpPr>
          <p:nvPr/>
        </p:nvCxnSpPr>
        <p:spPr>
          <a:xfrm rot="5400000">
            <a:off x="7115413" y="4148990"/>
            <a:ext cx="1346708" cy="1833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F2F9CDBC-4358-A435-D07A-C85790888358}"/>
              </a:ext>
            </a:extLst>
          </p:cNvPr>
          <p:cNvSpPr txBox="1"/>
          <p:nvPr/>
        </p:nvSpPr>
        <p:spPr>
          <a:xfrm>
            <a:off x="7869158" y="3910951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ECCE03B-42D5-B197-890B-76D259DEB5DA}"/>
              </a:ext>
            </a:extLst>
          </p:cNvPr>
          <p:cNvSpPr txBox="1"/>
          <p:nvPr/>
        </p:nvSpPr>
        <p:spPr>
          <a:xfrm>
            <a:off x="7810395" y="2658038"/>
            <a:ext cx="74899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AF5607F-36B6-B99F-8EFF-5A76D7DC72F0}"/>
              </a:ext>
            </a:extLst>
          </p:cNvPr>
          <p:cNvSpPr txBox="1"/>
          <p:nvPr/>
        </p:nvSpPr>
        <p:spPr>
          <a:xfrm>
            <a:off x="8863850" y="2574006"/>
            <a:ext cx="146315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Astrono</a:t>
            </a:r>
            <a:endParaRPr lang="de-DE" dirty="0"/>
          </a:p>
          <a:p>
            <a:r>
              <a:rPr lang="de-DE" dirty="0" err="1"/>
              <a:t>metria</a:t>
            </a:r>
            <a:endParaRPr lang="de-DE" dirty="0"/>
          </a:p>
          <a:p>
            <a:r>
              <a:rPr lang="de-DE" dirty="0"/>
              <a:t>Data</a:t>
            </a:r>
          </a:p>
          <a:p>
            <a:endParaRPr lang="de-DE" dirty="0"/>
          </a:p>
        </p:txBody>
      </p:sp>
      <p:cxnSp>
        <p:nvCxnSpPr>
          <p:cNvPr id="50" name="Verbinder: gewinkelt 49">
            <a:extLst>
              <a:ext uri="{FF2B5EF4-FFF2-40B4-BE49-F238E27FC236}">
                <a16:creationId xmlns:a16="http://schemas.microsoft.com/office/drawing/2014/main" id="{C95FA305-DE38-E01A-25F4-8D76C384EF58}"/>
              </a:ext>
            </a:extLst>
          </p:cNvPr>
          <p:cNvCxnSpPr>
            <a:cxnSpLocks/>
            <a:stCxn id="33" idx="3"/>
            <a:endCxn id="49" idx="2"/>
          </p:cNvCxnSpPr>
          <p:nvPr/>
        </p:nvCxnSpPr>
        <p:spPr>
          <a:xfrm flipV="1">
            <a:off x="8023691" y="3774335"/>
            <a:ext cx="1571736" cy="17582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EF73E49C-DDB7-326B-7ECA-923BBB0A64DD}"/>
              </a:ext>
            </a:extLst>
          </p:cNvPr>
          <p:cNvSpPr txBox="1"/>
          <p:nvPr/>
        </p:nvSpPr>
        <p:spPr>
          <a:xfrm>
            <a:off x="7996542" y="1600347"/>
            <a:ext cx="76490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6A12CD05-C591-7E57-B2FF-9E25CADFF8F6}"/>
              </a:ext>
            </a:extLst>
          </p:cNvPr>
          <p:cNvCxnSpPr>
            <a:cxnSpLocks/>
            <a:stCxn id="49" idx="0"/>
          </p:cNvCxnSpPr>
          <p:nvPr/>
        </p:nvCxnSpPr>
        <p:spPr>
          <a:xfrm rot="5400000" flipH="1" flipV="1">
            <a:off x="9202716" y="1897281"/>
            <a:ext cx="1069437" cy="2840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0E680A9A-E273-0F5E-9C90-B75DE32818C5}"/>
              </a:ext>
            </a:extLst>
          </p:cNvPr>
          <p:cNvSpPr txBox="1"/>
          <p:nvPr/>
        </p:nvSpPr>
        <p:spPr>
          <a:xfrm>
            <a:off x="9820251" y="1518987"/>
            <a:ext cx="7111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889B6EC8-718D-AFAB-6E25-895F9DB0202F}"/>
              </a:ext>
            </a:extLst>
          </p:cNvPr>
          <p:cNvSpPr/>
          <p:nvPr/>
        </p:nvSpPr>
        <p:spPr>
          <a:xfrm>
            <a:off x="2422761" y="4994962"/>
            <a:ext cx="1132248" cy="1341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41957375-49C6-4620-7D88-E8B6FCE10C68}"/>
              </a:ext>
            </a:extLst>
          </p:cNvPr>
          <p:cNvCxnSpPr>
            <a:endCxn id="54" idx="2"/>
          </p:cNvCxnSpPr>
          <p:nvPr/>
        </p:nvCxnSpPr>
        <p:spPr>
          <a:xfrm rot="10800000" flipV="1">
            <a:off x="2988885" y="3257099"/>
            <a:ext cx="7949868" cy="3079152"/>
          </a:xfrm>
          <a:prstGeom prst="bentConnector4">
            <a:avLst>
              <a:gd name="adj1" fmla="val 71"/>
              <a:gd name="adj2" fmla="val 1074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8D930737-F792-944B-F741-1D970051B4BE}"/>
              </a:ext>
            </a:extLst>
          </p:cNvPr>
          <p:cNvSpPr txBox="1"/>
          <p:nvPr/>
        </p:nvSpPr>
        <p:spPr>
          <a:xfrm>
            <a:off x="9711031" y="3115347"/>
            <a:ext cx="57233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cxnSp>
        <p:nvCxnSpPr>
          <p:cNvPr id="57" name="Verbinder: gewinkelt 56">
            <a:extLst>
              <a:ext uri="{FF2B5EF4-FFF2-40B4-BE49-F238E27FC236}">
                <a16:creationId xmlns:a16="http://schemas.microsoft.com/office/drawing/2014/main" id="{4E368BBA-1DB8-C36C-6F06-8A0EC9434D37}"/>
              </a:ext>
            </a:extLst>
          </p:cNvPr>
          <p:cNvCxnSpPr>
            <a:endCxn id="6" idx="0"/>
          </p:cNvCxnSpPr>
          <p:nvPr/>
        </p:nvCxnSpPr>
        <p:spPr>
          <a:xfrm rot="5400000">
            <a:off x="2656785" y="1355529"/>
            <a:ext cx="870777" cy="16745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01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779F-0B97-69B2-D045-B101EDD5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1347F-3C52-5172-D724-14310A3C9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FactoryData</a:t>
            </a:r>
            <a:r>
              <a:rPr lang="de-DE" dirty="0"/>
              <a:t> and </a:t>
            </a:r>
            <a:r>
              <a:rPr lang="de-DE" dirty="0" err="1"/>
              <a:t>AstronometriaData</a:t>
            </a:r>
            <a:r>
              <a:rPr lang="de-DE" dirty="0"/>
              <a:t> </a:t>
            </a:r>
            <a:r>
              <a:rPr lang="de-DE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60B49C2-EB52-991F-3E4D-C5D47970B979}"/>
              </a:ext>
            </a:extLst>
          </p:cNvPr>
          <p:cNvSpPr/>
          <p:nvPr/>
        </p:nvSpPr>
        <p:spPr>
          <a:xfrm>
            <a:off x="6577877" y="3090440"/>
            <a:ext cx="1986403" cy="94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8BB5D0E-ADE6-32BE-DD76-A8D90F436B60}"/>
              </a:ext>
            </a:extLst>
          </p:cNvPr>
          <p:cNvSpPr txBox="1"/>
          <p:nvPr/>
        </p:nvSpPr>
        <p:spPr>
          <a:xfrm>
            <a:off x="6574452" y="3106192"/>
            <a:ext cx="1246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Factory</a:t>
            </a:r>
          </a:p>
          <a:p>
            <a:r>
              <a:rPr lang="de-DE" dirty="0"/>
              <a:t>Reference </a:t>
            </a:r>
          </a:p>
          <a:p>
            <a:r>
              <a:rPr lang="de-DE" dirty="0"/>
              <a:t>Data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B6F7110-3EBE-617A-1574-C35C9BCF4826}"/>
              </a:ext>
            </a:extLst>
          </p:cNvPr>
          <p:cNvSpPr txBox="1"/>
          <p:nvPr/>
        </p:nvSpPr>
        <p:spPr>
          <a:xfrm>
            <a:off x="7733700" y="350776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 err="1">
                <a:solidFill>
                  <a:srgbClr val="FF0000"/>
                </a:solidFill>
              </a:rPr>
              <a:t>ScenarioID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FactoryID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023B395F-CD82-2B49-C821-73D2C7EBDBBB}"/>
              </a:ext>
            </a:extLst>
          </p:cNvPr>
          <p:cNvSpPr txBox="1"/>
          <p:nvPr/>
        </p:nvSpPr>
        <p:spPr>
          <a:xfrm>
            <a:off x="7770202" y="3120262"/>
            <a:ext cx="74899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A466C39-EEA1-BEE7-DE51-19009E0C8E58}"/>
              </a:ext>
            </a:extLst>
          </p:cNvPr>
          <p:cNvSpPr txBox="1"/>
          <p:nvPr/>
        </p:nvSpPr>
        <p:spPr>
          <a:xfrm>
            <a:off x="8823657" y="3036230"/>
            <a:ext cx="1463153" cy="1200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Astrono</a:t>
            </a:r>
            <a:endParaRPr lang="de-DE" dirty="0"/>
          </a:p>
          <a:p>
            <a:r>
              <a:rPr lang="de-DE" dirty="0" err="1"/>
              <a:t>metria</a:t>
            </a:r>
            <a:endParaRPr lang="de-DE" dirty="0"/>
          </a:p>
          <a:p>
            <a:r>
              <a:rPr lang="de-DE" dirty="0"/>
              <a:t>Data</a:t>
            </a:r>
          </a:p>
          <a:p>
            <a:endParaRPr lang="de-DE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72D850FB-20C8-95F3-EDF2-96944981B1A9}"/>
              </a:ext>
            </a:extLst>
          </p:cNvPr>
          <p:cNvSpPr txBox="1"/>
          <p:nvPr/>
        </p:nvSpPr>
        <p:spPr>
          <a:xfrm>
            <a:off x="9670838" y="3577571"/>
            <a:ext cx="57233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155410DD-6E7C-9050-DEB0-1ECA83A33731}"/>
              </a:ext>
            </a:extLst>
          </p:cNvPr>
          <p:cNvCxnSpPr>
            <a:cxnSpLocks/>
          </p:cNvCxnSpPr>
          <p:nvPr/>
        </p:nvCxnSpPr>
        <p:spPr>
          <a:xfrm flipH="1">
            <a:off x="5491142" y="4029522"/>
            <a:ext cx="1098830" cy="211616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4873C571-A1D3-5AE4-9F20-0E25BB93F56A}"/>
              </a:ext>
            </a:extLst>
          </p:cNvPr>
          <p:cNvCxnSpPr>
            <a:cxnSpLocks/>
          </p:cNvCxnSpPr>
          <p:nvPr/>
        </p:nvCxnSpPr>
        <p:spPr>
          <a:xfrm flipH="1" flipV="1">
            <a:off x="5475295" y="1923735"/>
            <a:ext cx="1099157" cy="116670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ABF8FBC9-92A9-4F9A-4D72-C9FFBFB4AEF2}"/>
              </a:ext>
            </a:extLst>
          </p:cNvPr>
          <p:cNvSpPr/>
          <p:nvPr/>
        </p:nvSpPr>
        <p:spPr>
          <a:xfrm>
            <a:off x="1014040" y="2224731"/>
            <a:ext cx="4010709" cy="25041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ACAF98DB-1056-1AE9-9E2C-D5A1A17DEF9A}"/>
              </a:ext>
            </a:extLst>
          </p:cNvPr>
          <p:cNvSpPr txBox="1"/>
          <p:nvPr/>
        </p:nvSpPr>
        <p:spPr>
          <a:xfrm>
            <a:off x="1464586" y="2509210"/>
            <a:ext cx="748997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/>
              <a:t>CLI</a:t>
            </a:r>
          </a:p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FC34FD2D-CC9E-4231-234A-F226AFB6FD2D}"/>
              </a:ext>
            </a:extLst>
          </p:cNvPr>
          <p:cNvSpPr txBox="1"/>
          <p:nvPr/>
        </p:nvSpPr>
        <p:spPr>
          <a:xfrm>
            <a:off x="3438080" y="2509210"/>
            <a:ext cx="137710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/>
              <a:t>Folder: Run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A6B4805-5F1D-C120-B76A-421389D01D1D}"/>
              </a:ext>
            </a:extLst>
          </p:cNvPr>
          <p:cNvSpPr txBox="1"/>
          <p:nvPr/>
        </p:nvSpPr>
        <p:spPr>
          <a:xfrm>
            <a:off x="3425603" y="2873853"/>
            <a:ext cx="137710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/>
              <a:t>Folder: </a:t>
            </a:r>
            <a:r>
              <a:rPr lang="de-DE" sz="1100" dirty="0" err="1"/>
              <a:t>LastRun</a:t>
            </a:r>
            <a:endParaRPr lang="de-DE" sz="1100" dirty="0"/>
          </a:p>
        </p:txBody>
      </p: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203BC386-1B7C-D44E-A6A7-691BF03C886F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 flipV="1">
            <a:off x="2213583" y="2640015"/>
            <a:ext cx="1224497" cy="1692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Verbinder: gewinkelt 68">
            <a:extLst>
              <a:ext uri="{FF2B5EF4-FFF2-40B4-BE49-F238E27FC236}">
                <a16:creationId xmlns:a16="http://schemas.microsoft.com/office/drawing/2014/main" id="{0BA0D9EC-AD72-67C4-AB26-43D63DE17C25}"/>
              </a:ext>
            </a:extLst>
          </p:cNvPr>
          <p:cNvCxnSpPr>
            <a:cxnSpLocks/>
            <a:stCxn id="64" idx="3"/>
            <a:endCxn id="66" idx="1"/>
          </p:cNvCxnSpPr>
          <p:nvPr/>
        </p:nvCxnSpPr>
        <p:spPr>
          <a:xfrm>
            <a:off x="2213583" y="2809292"/>
            <a:ext cx="1212020" cy="1953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B00E1F1D-C125-BB20-0091-210B347A7ED2}"/>
              </a:ext>
            </a:extLst>
          </p:cNvPr>
          <p:cNvSpPr txBox="1"/>
          <p:nvPr/>
        </p:nvSpPr>
        <p:spPr>
          <a:xfrm>
            <a:off x="2534546" y="3326199"/>
            <a:ext cx="1552028" cy="1323439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sz="800" i="1" dirty="0" err="1"/>
              <a:t>If</a:t>
            </a:r>
            <a:r>
              <a:rPr lang="de-DE" sz="800" i="1" dirty="0"/>
              <a:t> not </a:t>
            </a:r>
            <a:r>
              <a:rPr lang="de-DE" sz="800" i="1" dirty="0" err="1"/>
              <a:t>identical</a:t>
            </a:r>
            <a:r>
              <a:rPr lang="de-DE" sz="800" i="1" dirty="0"/>
              <a:t>: { </a:t>
            </a:r>
          </a:p>
          <a:p>
            <a:r>
              <a:rPr lang="de-DE" sz="800" i="1" dirty="0"/>
              <a:t>Bugfix </a:t>
            </a:r>
            <a:r>
              <a:rPr lang="de-DE" sz="800" i="1" dirty="0" err="1"/>
              <a:t>by</a:t>
            </a:r>
            <a:r>
              <a:rPr lang="de-DE" sz="800" i="1" dirty="0"/>
              <a:t> </a:t>
            </a:r>
            <a:r>
              <a:rPr lang="de-DE" sz="800" i="1" dirty="0" err="1"/>
              <a:t>Maintainer</a:t>
            </a:r>
            <a:endParaRPr lang="de-DE" sz="800" i="1" dirty="0"/>
          </a:p>
          <a:p>
            <a:r>
              <a:rPr lang="de-DE" sz="800" i="1" dirty="0"/>
              <a:t>OR</a:t>
            </a:r>
            <a:br>
              <a:rPr lang="de-DE" sz="800" i="1" dirty="0"/>
            </a:br>
            <a:r>
              <a:rPr lang="de-DE" sz="800" i="1" dirty="0"/>
              <a:t>Re-Assessment </a:t>
            </a:r>
            <a:r>
              <a:rPr lang="de-DE" sz="800" i="1" dirty="0" err="1"/>
              <a:t>by</a:t>
            </a:r>
            <a:r>
              <a:rPr lang="de-DE" sz="800" i="1" dirty="0"/>
              <a:t> </a:t>
            </a:r>
            <a:r>
              <a:rPr lang="de-DE" sz="800" i="1" dirty="0" err="1"/>
              <a:t>Maintainer</a:t>
            </a:r>
            <a:r>
              <a:rPr lang="de-DE" sz="800" i="1" dirty="0"/>
              <a:t> }</a:t>
            </a:r>
          </a:p>
          <a:p>
            <a:endParaRPr lang="de-DE" sz="800" i="1" dirty="0"/>
          </a:p>
          <a:p>
            <a:r>
              <a:rPr lang="de-DE" sz="800" i="1" dirty="0" err="1"/>
              <a:t>If</a:t>
            </a:r>
            <a:r>
              <a:rPr lang="de-DE" sz="800" i="1" dirty="0"/>
              <a:t> </a:t>
            </a:r>
            <a:r>
              <a:rPr lang="de-DE" sz="800" i="1" dirty="0" err="1"/>
              <a:t>identical</a:t>
            </a:r>
            <a:r>
              <a:rPr lang="de-DE" sz="800" i="1" dirty="0"/>
              <a:t>: {</a:t>
            </a:r>
          </a:p>
          <a:p>
            <a:r>
              <a:rPr lang="de-DE" sz="800" i="1" dirty="0"/>
              <a:t>Copy Run </a:t>
            </a:r>
            <a:r>
              <a:rPr lang="de-DE" sz="800" i="1" dirty="0" err="1"/>
              <a:t>to</a:t>
            </a:r>
            <a:r>
              <a:rPr lang="de-DE" sz="800" i="1" dirty="0"/>
              <a:t> </a:t>
            </a:r>
            <a:r>
              <a:rPr lang="de-DE" sz="800" i="1" dirty="0" err="1"/>
              <a:t>LastRun</a:t>
            </a:r>
            <a:endParaRPr lang="de-DE" sz="800" i="1" dirty="0"/>
          </a:p>
          <a:p>
            <a:r>
              <a:rPr lang="de-DE" sz="800" i="1" dirty="0"/>
              <a:t>Copy Run </a:t>
            </a:r>
            <a:r>
              <a:rPr lang="de-DE" sz="800" i="1" dirty="0" err="1"/>
              <a:t>to</a:t>
            </a:r>
            <a:r>
              <a:rPr lang="de-DE" sz="800" i="1" dirty="0"/>
              <a:t> Reference </a:t>
            </a:r>
          </a:p>
          <a:p>
            <a:r>
              <a:rPr lang="de-DE" sz="800" i="1" dirty="0"/>
              <a:t>Set </a:t>
            </a:r>
            <a:r>
              <a:rPr lang="de-DE" sz="800" i="1" dirty="0" err="1"/>
              <a:t>to</a:t>
            </a:r>
            <a:r>
              <a:rPr lang="de-DE" sz="800" i="1" dirty="0"/>
              <a:t> </a:t>
            </a:r>
            <a:r>
              <a:rPr lang="de-DE" sz="800" i="1" dirty="0">
                <a:solidFill>
                  <a:srgbClr val="00B050"/>
                </a:solidFill>
              </a:rPr>
              <a:t>Release</a:t>
            </a:r>
            <a:r>
              <a:rPr lang="de-DE" sz="800" i="1" dirty="0"/>
              <a:t>}</a:t>
            </a:r>
          </a:p>
          <a:p>
            <a:endParaRPr lang="de-DE" sz="800" i="1" dirty="0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80D4351-B835-FD3F-611D-82B1111D9F23}"/>
              </a:ext>
            </a:extLst>
          </p:cNvPr>
          <p:cNvSpPr/>
          <p:nvPr/>
        </p:nvSpPr>
        <p:spPr>
          <a:xfrm>
            <a:off x="1014039" y="5225660"/>
            <a:ext cx="4010709" cy="7091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F18F67DC-FA1E-4FD5-E758-5A381FC947A4}"/>
              </a:ext>
            </a:extLst>
          </p:cNvPr>
          <p:cNvSpPr txBox="1"/>
          <p:nvPr/>
        </p:nvSpPr>
        <p:spPr>
          <a:xfrm>
            <a:off x="1498971" y="5547201"/>
            <a:ext cx="216058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/>
              <a:t>Folder: </a:t>
            </a:r>
            <a:r>
              <a:rPr lang="de-DE" sz="1100" dirty="0" err="1"/>
              <a:t>FactoryReference</a:t>
            </a:r>
            <a:r>
              <a:rPr lang="de-DE" sz="1100" dirty="0"/>
              <a:t> Data</a:t>
            </a:r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C07E0912-45DD-A857-98A3-84587D9EB676}"/>
              </a:ext>
            </a:extLst>
          </p:cNvPr>
          <p:cNvCxnSpPr>
            <a:cxnSpLocks/>
            <a:stCxn id="64" idx="2"/>
            <a:endCxn id="99" idx="0"/>
          </p:cNvCxnSpPr>
          <p:nvPr/>
        </p:nvCxnSpPr>
        <p:spPr>
          <a:xfrm flipH="1">
            <a:off x="1839084" y="3109374"/>
            <a:ext cx="1" cy="38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DBD58C7C-B365-99E9-8620-F57D109937FF}"/>
              </a:ext>
            </a:extLst>
          </p:cNvPr>
          <p:cNvSpPr txBox="1"/>
          <p:nvPr/>
        </p:nvSpPr>
        <p:spPr>
          <a:xfrm>
            <a:off x="1382014" y="3494094"/>
            <a:ext cx="91413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Maintainer</a:t>
            </a:r>
            <a:r>
              <a:rPr lang="de-DE" sz="1100" dirty="0"/>
              <a:t> </a:t>
            </a:r>
            <a:r>
              <a:rPr lang="de-DE" sz="1100" dirty="0" err="1"/>
              <a:t>Decision</a:t>
            </a:r>
            <a:endParaRPr lang="de-DE" sz="1100" dirty="0"/>
          </a:p>
        </p:txBody>
      </p:sp>
      <p:cxnSp>
        <p:nvCxnSpPr>
          <p:cNvPr id="103" name="Verbinder: gewinkelt 102">
            <a:extLst>
              <a:ext uri="{FF2B5EF4-FFF2-40B4-BE49-F238E27FC236}">
                <a16:creationId xmlns:a16="http://schemas.microsoft.com/office/drawing/2014/main" id="{FF186B14-D2B9-5F2B-F860-2F8159D04C45}"/>
              </a:ext>
            </a:extLst>
          </p:cNvPr>
          <p:cNvCxnSpPr>
            <a:stCxn id="99" idx="2"/>
            <a:endCxn id="78" idx="0"/>
          </p:cNvCxnSpPr>
          <p:nvPr/>
        </p:nvCxnSpPr>
        <p:spPr>
          <a:xfrm rot="16200000" flipH="1">
            <a:off x="1398063" y="4366001"/>
            <a:ext cx="1622220" cy="740179"/>
          </a:xfrm>
          <a:prstGeom prst="bentConnector3">
            <a:avLst>
              <a:gd name="adj1" fmla="val 612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0B89F2CE-5DC5-4DE6-3BD7-C19963B89095}"/>
              </a:ext>
            </a:extLst>
          </p:cNvPr>
          <p:cNvCxnSpPr/>
          <p:nvPr/>
        </p:nvCxnSpPr>
        <p:spPr>
          <a:xfrm flipV="1">
            <a:off x="2296153" y="3326199"/>
            <a:ext cx="238393" cy="177459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E8522419-9312-B274-3204-A622E9EB29E7}"/>
              </a:ext>
            </a:extLst>
          </p:cNvPr>
          <p:cNvCxnSpPr>
            <a:cxnSpLocks/>
          </p:cNvCxnSpPr>
          <p:nvPr/>
        </p:nvCxnSpPr>
        <p:spPr>
          <a:xfrm>
            <a:off x="2296153" y="3918710"/>
            <a:ext cx="231746" cy="730928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50146B6F-320D-BAFF-9753-E0789A436246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4126631" y="1580451"/>
            <a:ext cx="0" cy="928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feld 122">
            <a:extLst>
              <a:ext uri="{FF2B5EF4-FFF2-40B4-BE49-F238E27FC236}">
                <a16:creationId xmlns:a16="http://schemas.microsoft.com/office/drawing/2014/main" id="{477871C9-D027-C08D-246B-BF8EE8817280}"/>
              </a:ext>
            </a:extLst>
          </p:cNvPr>
          <p:cNvSpPr txBox="1"/>
          <p:nvPr/>
        </p:nvSpPr>
        <p:spPr>
          <a:xfrm>
            <a:off x="3626219" y="1343069"/>
            <a:ext cx="1383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TruthFactoryRun</a:t>
            </a:r>
            <a:endParaRPr lang="de-DE" sz="1100" b="1" dirty="0">
              <a:solidFill>
                <a:srgbClr val="FF0000"/>
              </a:solidFill>
            </a:endParaRPr>
          </a:p>
        </p:txBody>
      </p: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E10B6DB9-1EDE-8479-2B76-56358360ABC1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2579263" y="5808811"/>
            <a:ext cx="0" cy="795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hteck 128">
            <a:extLst>
              <a:ext uri="{FF2B5EF4-FFF2-40B4-BE49-F238E27FC236}">
                <a16:creationId xmlns:a16="http://schemas.microsoft.com/office/drawing/2014/main" id="{9F466765-5634-2186-7A35-558FCAC67351}"/>
              </a:ext>
            </a:extLst>
          </p:cNvPr>
          <p:cNvSpPr/>
          <p:nvPr/>
        </p:nvSpPr>
        <p:spPr>
          <a:xfrm>
            <a:off x="540247" y="1913362"/>
            <a:ext cx="4944248" cy="4232320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B5861A24-F13D-2BE7-21A1-18BE8AFA6678}"/>
              </a:ext>
            </a:extLst>
          </p:cNvPr>
          <p:cNvSpPr txBox="1"/>
          <p:nvPr/>
        </p:nvSpPr>
        <p:spPr>
          <a:xfrm>
            <a:off x="8823657" y="4777900"/>
            <a:ext cx="1383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(</a:t>
            </a:r>
            <a:r>
              <a:rPr lang="de-DE" sz="1100" dirty="0" err="1"/>
              <a:t>Astronometria</a:t>
            </a:r>
            <a:r>
              <a:rPr lang="de-DE" sz="1100" dirty="0"/>
              <a:t> Data analog)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BF08F24B-8276-0458-A964-F46A54B5549C}"/>
              </a:ext>
            </a:extLst>
          </p:cNvPr>
          <p:cNvSpPr txBox="1"/>
          <p:nvPr/>
        </p:nvSpPr>
        <p:spPr>
          <a:xfrm>
            <a:off x="4134412" y="1870413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 err="1">
                <a:solidFill>
                  <a:srgbClr val="FF0000"/>
                </a:solidFill>
              </a:rPr>
              <a:t>ScenarioID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FactoryID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3DE7BF12-F74B-4DEA-411F-1B051BA09D1D}"/>
              </a:ext>
            </a:extLst>
          </p:cNvPr>
          <p:cNvSpPr txBox="1"/>
          <p:nvPr/>
        </p:nvSpPr>
        <p:spPr>
          <a:xfrm>
            <a:off x="2585911" y="6092300"/>
            <a:ext cx="9011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 err="1">
                <a:solidFill>
                  <a:srgbClr val="FF0000"/>
                </a:solidFill>
              </a:rPr>
              <a:t>ScenarioID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 err="1">
                <a:solidFill>
                  <a:srgbClr val="FF0000"/>
                </a:solidFill>
              </a:rPr>
              <a:t>FactoryID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191077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Breitbild</PresentationFormat>
  <Paragraphs>203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FactoryData and AstronometriaData release</vt:lpstr>
      <vt:lpstr>FactoryData and AstronometriaData release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10</cp:revision>
  <dcterms:created xsi:type="dcterms:W3CDTF">2026-03-15T13:59:26Z</dcterms:created>
  <dcterms:modified xsi:type="dcterms:W3CDTF">2026-03-15T18:28:10Z</dcterms:modified>
</cp:coreProperties>
</file>