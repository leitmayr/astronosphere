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1E0EB7-F752-62EB-1894-46FCD7BC8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2FF747A-5B88-D23F-911B-5099CA493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C1AB1F-BC47-8416-3BDA-7F88B723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1F4C93-2BBC-1683-1EE9-BC91F2788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756AA0-6553-C78F-4147-C6E889EA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225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82DE4-86FB-6905-EFB5-52176848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C5B82B-0A99-C865-3E59-BC7314B8A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1E7BD3-E38F-2886-3E9A-2BA63845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2EC293-923F-4573-6950-3D2F0CAAA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F62054-3B9F-631A-39F3-E606CC48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2694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63B00C-43CC-8729-E588-DE7B780C2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7D4271-1E3A-9D23-79A2-370E10D51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F91A15-AC6C-0D42-FB1E-74FF331D0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CD622B-5C1B-EF00-B0B2-A3FE8B1A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C2B396-1CAF-A181-881D-13FCE800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20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1794B3-EAD8-EB1B-05DF-93B036E7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3A27EA-F132-4985-0044-1D8D1CB36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71FB6C-41B6-9E57-D85E-392D9DA17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48FC0A-3144-827F-A240-18375BF5D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B427D7-BE9A-D320-1A2D-24F13AB0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D6494A-4D63-8728-AAF9-B5B361106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3625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7FF236-96B5-8691-FA2F-CF1C5351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F2EA91-A20C-198C-59FC-490A9F50A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656F8A4-12F4-7AC8-E7D9-9A380B044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E462FA-B3FD-33DE-3A9F-C02FC6FD1D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B83BA9F-68B6-6BC6-BBA4-F381738E1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B27768B-424F-83E4-33F6-4216BBF58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3D4B7BD-5E9D-DA3A-B683-7D4CDED06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9107DC4-06C0-7495-BAA7-6E7160405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654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C9B399-CFB0-A80F-7D6F-A8B274923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4306A6F-899D-9F6D-8A48-908BAC99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282E50-748F-9086-A25A-55D383A8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46CF71D-A163-0480-735B-D03E66A4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250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3EF403E-596F-64F1-7EFF-0BA046E91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0373AD4-93C5-FF79-5D80-6CED78CD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7CB22A-FC32-EF11-1721-30262810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99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21015E-EC8A-3D83-99AA-0C25BECA9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93C75D-3C00-EEF7-E828-3AE60C691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F7ED0A-B04D-1C96-4DF4-2E75E371D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305AE3-6D90-F609-8181-7B417EA7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274154-8543-616F-97F8-967F21FD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432313-B0B1-F7D5-4F08-75AE8990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998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A30F18-7A68-9E90-BEAF-BDA647DC0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FF35E2C-DE49-0BAB-398B-1510E0CAD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1F2BF6-1998-3C89-1F4D-2A14FFBF3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4591ED-C923-F717-0208-1019BA81C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8C6F09-B063-7550-3A3C-5C4D0CE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0E0CBE-C542-B481-EE35-0E21263EA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510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4F9441-01D2-0BEE-58A1-B3D9CA8D5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EF31619-6B5E-5DCD-E562-513899896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24B4C2-7F05-5E4E-7E38-968B90BC7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A8EA35-BCA3-C078-AD07-AC6EAF53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492B75-1872-EF78-4AD2-9920D7CB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343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D6C429A-4622-98B8-F3D8-7138CCED1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97309D-B83F-DA43-6A00-5F6C7CAE9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201533-E849-EC2C-D4E4-AD021A2F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BD277F-7B03-36EE-D6FB-3AE9202B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946EAA-3B93-5DA5-686A-6B91BD93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995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E7C35CA-E73E-2275-01F6-3C605AF2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FBF3D5-852E-0056-9EFE-7046583A7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9A1808-08F8-F3AA-F006-CDE020B27D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CB5BF-0E16-43F6-9916-8DC70F4C083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EBC3A6-A4F9-4AFB-0F13-4183B5D82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51EA3C-DE81-39F3-0B04-F06240701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548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hteck 100">
            <a:extLst>
              <a:ext uri="{FF2B5EF4-FFF2-40B4-BE49-F238E27FC236}">
                <a16:creationId xmlns:a16="http://schemas.microsoft.com/office/drawing/2014/main" id="{50B49D8E-656D-7513-C685-EFD7D0A1BDF8}"/>
              </a:ext>
            </a:extLst>
          </p:cNvPr>
          <p:cNvSpPr/>
          <p:nvPr/>
        </p:nvSpPr>
        <p:spPr>
          <a:xfrm>
            <a:off x="8007668" y="1895321"/>
            <a:ext cx="3588953" cy="47925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A34C8B76-C75F-39CC-82E2-ACF89631CEB0}"/>
              </a:ext>
            </a:extLst>
          </p:cNvPr>
          <p:cNvSpPr/>
          <p:nvPr/>
        </p:nvSpPr>
        <p:spPr>
          <a:xfrm>
            <a:off x="108155" y="1895320"/>
            <a:ext cx="3147849" cy="47925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FABE337-5E50-7A9B-2D8C-339B4D0FF5BF}"/>
              </a:ext>
            </a:extLst>
          </p:cNvPr>
          <p:cNvSpPr/>
          <p:nvPr/>
        </p:nvSpPr>
        <p:spPr>
          <a:xfrm>
            <a:off x="1490204" y="970763"/>
            <a:ext cx="1248696" cy="7866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C40879A-9AE1-6854-6586-D5A0975DC715}"/>
              </a:ext>
            </a:extLst>
          </p:cNvPr>
          <p:cNvSpPr txBox="1"/>
          <p:nvPr/>
        </p:nvSpPr>
        <p:spPr>
          <a:xfrm>
            <a:off x="1615189" y="989553"/>
            <a:ext cx="1066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Scenario</a:t>
            </a:r>
          </a:p>
          <a:p>
            <a:r>
              <a:rPr lang="de-DE" dirty="0"/>
              <a:t>Factory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090F3407-B35B-09A3-0832-DCFBC32EEBE6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777304" y="1361920"/>
            <a:ext cx="712900" cy="2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24D2CD4F-23DB-7154-19F4-928F3C45F547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>
            <a:off x="2114552" y="1757441"/>
            <a:ext cx="8279" cy="729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DDC49807-27CD-A449-6540-DD0D2A2C1AE4}"/>
              </a:ext>
            </a:extLst>
          </p:cNvPr>
          <p:cNvSpPr/>
          <p:nvPr/>
        </p:nvSpPr>
        <p:spPr>
          <a:xfrm>
            <a:off x="1518299" y="2487403"/>
            <a:ext cx="1209064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New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C067002-4067-8EBC-8CD8-A3CAACFE7171}"/>
              </a:ext>
            </a:extLst>
          </p:cNvPr>
          <p:cNvSpPr txBox="1"/>
          <p:nvPr/>
        </p:nvSpPr>
        <p:spPr>
          <a:xfrm>
            <a:off x="796513" y="1422272"/>
            <a:ext cx="733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i="1" dirty="0">
                <a:solidFill>
                  <a:srgbClr val="FF0000"/>
                </a:solidFill>
              </a:rPr>
              <a:t>Review!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E7C7765-F21C-602A-3F0B-28E8C10E2630}"/>
              </a:ext>
            </a:extLst>
          </p:cNvPr>
          <p:cNvSpPr/>
          <p:nvPr/>
        </p:nvSpPr>
        <p:spPr>
          <a:xfrm>
            <a:off x="3776220" y="88490"/>
            <a:ext cx="4050258" cy="65993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0D00C2DF-4C1A-2AE0-1DBF-66E1426E52FD}"/>
              </a:ext>
            </a:extLst>
          </p:cNvPr>
          <p:cNvSpPr/>
          <p:nvPr/>
        </p:nvSpPr>
        <p:spPr>
          <a:xfrm>
            <a:off x="4321459" y="845922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Read </a:t>
            </a:r>
            <a:r>
              <a:rPr lang="de-DE" sz="1200" dirty="0" err="1">
                <a:solidFill>
                  <a:schemeClr val="tx1"/>
                </a:solidFill>
              </a:rPr>
              <a:t>new</a:t>
            </a:r>
            <a:r>
              <a:rPr lang="de-DE" sz="1200" dirty="0">
                <a:solidFill>
                  <a:schemeClr val="tx1"/>
                </a:solidFill>
              </a:rPr>
              <a:t> Scenarios</a:t>
            </a: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Candidates</a:t>
            </a:r>
            <a:endParaRPr lang="de-DE" sz="1200" dirty="0">
              <a:solidFill>
                <a:schemeClr val="tx1"/>
              </a:solidFill>
            </a:endParaRP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8965B3D9-DD7D-2DDC-3D0C-6AC611497660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>
            <a:off x="4945807" y="1379322"/>
            <a:ext cx="6141" cy="179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F97872AC-A8B7-6288-1906-8FB9F48B166B}"/>
              </a:ext>
            </a:extLst>
          </p:cNvPr>
          <p:cNvSpPr/>
          <p:nvPr/>
        </p:nvSpPr>
        <p:spPr>
          <a:xfrm>
            <a:off x="4327600" y="1558563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Create </a:t>
            </a:r>
            <a:r>
              <a:rPr lang="de-DE" sz="1200" dirty="0" err="1">
                <a:solidFill>
                  <a:schemeClr val="tx1"/>
                </a:solidFill>
              </a:rPr>
              <a:t>CoreHash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from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Candidate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8E75FAA0-B1BD-7D62-3B6E-E13D99493AE4}"/>
              </a:ext>
            </a:extLst>
          </p:cNvPr>
          <p:cNvSpPr/>
          <p:nvPr/>
        </p:nvSpPr>
        <p:spPr>
          <a:xfrm>
            <a:off x="6094399" y="2279680"/>
            <a:ext cx="1515769" cy="847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Reject</a:t>
            </a:r>
            <a:r>
              <a:rPr lang="de-DE" sz="1200" dirty="0">
                <a:solidFill>
                  <a:schemeClr val="tx1"/>
                </a:solidFill>
              </a:rPr>
              <a:t>, </a:t>
            </a:r>
            <a:r>
              <a:rPr lang="de-DE" sz="1200" dirty="0" err="1">
                <a:solidFill>
                  <a:schemeClr val="tx1"/>
                </a:solidFill>
              </a:rPr>
              <a:t>skip</a:t>
            </a:r>
            <a:r>
              <a:rPr lang="de-DE" sz="1200" dirty="0">
                <a:solidFill>
                  <a:schemeClr val="tx1"/>
                </a:solidFill>
              </a:rPr>
              <a:t>, log and </a:t>
            </a:r>
            <a:r>
              <a:rPr lang="de-DE" sz="1200" dirty="0" err="1">
                <a:solidFill>
                  <a:schemeClr val="tx1"/>
                </a:solidFill>
              </a:rPr>
              <a:t>move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file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„</a:t>
            </a:r>
            <a:r>
              <a:rPr lang="de-DE" sz="1200" dirty="0" err="1">
                <a:solidFill>
                  <a:schemeClr val="tx1"/>
                </a:solidFill>
              </a:rPr>
              <a:t>Rejected</a:t>
            </a:r>
            <a:r>
              <a:rPr lang="de-DE" sz="1200" dirty="0">
                <a:solidFill>
                  <a:schemeClr val="tx1"/>
                </a:solidFill>
              </a:rPr>
              <a:t>“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3569B3D9-D871-A9EE-6246-4B9E6B2FD9BA}"/>
              </a:ext>
            </a:extLst>
          </p:cNvPr>
          <p:cNvCxnSpPr>
            <a:cxnSpLocks/>
            <a:stCxn id="46" idx="2"/>
            <a:endCxn id="52" idx="0"/>
          </p:cNvCxnSpPr>
          <p:nvPr/>
        </p:nvCxnSpPr>
        <p:spPr>
          <a:xfrm flipH="1">
            <a:off x="4945807" y="2091963"/>
            <a:ext cx="6141" cy="187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aute 51">
            <a:extLst>
              <a:ext uri="{FF2B5EF4-FFF2-40B4-BE49-F238E27FC236}">
                <a16:creationId xmlns:a16="http://schemas.microsoft.com/office/drawing/2014/main" id="{CF949026-7BD9-7A6C-27DE-1215800C0A29}"/>
              </a:ext>
            </a:extLst>
          </p:cNvPr>
          <p:cNvSpPr/>
          <p:nvPr/>
        </p:nvSpPr>
        <p:spPr>
          <a:xfrm>
            <a:off x="4031408" y="2279679"/>
            <a:ext cx="1828797" cy="847686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CoreHash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existing</a:t>
            </a:r>
            <a:r>
              <a:rPr lang="de-DE" sz="1200" dirty="0">
                <a:solidFill>
                  <a:schemeClr val="tx1"/>
                </a:solidFill>
              </a:rPr>
              <a:t> in OC*?</a:t>
            </a:r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E97DEA5C-4A76-A5B7-6B85-E78437DFFC3A}"/>
              </a:ext>
            </a:extLst>
          </p:cNvPr>
          <p:cNvCxnSpPr>
            <a:cxnSpLocks/>
            <a:stCxn id="52" idx="3"/>
            <a:endCxn id="49" idx="1"/>
          </p:cNvCxnSpPr>
          <p:nvPr/>
        </p:nvCxnSpPr>
        <p:spPr>
          <a:xfrm>
            <a:off x="5860205" y="2703522"/>
            <a:ext cx="23419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C8611909-E247-D0EC-1943-8C38B90FE062}"/>
              </a:ext>
            </a:extLst>
          </p:cNvPr>
          <p:cNvCxnSpPr>
            <a:cxnSpLocks/>
            <a:stCxn id="52" idx="2"/>
            <a:endCxn id="66" idx="0"/>
          </p:cNvCxnSpPr>
          <p:nvPr/>
        </p:nvCxnSpPr>
        <p:spPr>
          <a:xfrm>
            <a:off x="4945807" y="3127365"/>
            <a:ext cx="0" cy="173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hteck 62">
            <a:extLst>
              <a:ext uri="{FF2B5EF4-FFF2-40B4-BE49-F238E27FC236}">
                <a16:creationId xmlns:a16="http://schemas.microsoft.com/office/drawing/2014/main" id="{FD435C70-6B89-8E2C-D2B6-CC1DFF85889B}"/>
              </a:ext>
            </a:extLst>
          </p:cNvPr>
          <p:cNvSpPr/>
          <p:nvPr/>
        </p:nvSpPr>
        <p:spPr>
          <a:xfrm>
            <a:off x="1491648" y="4436108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Processed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6DC35673-7338-7803-2D28-AB2E62AAA7E1}"/>
              </a:ext>
            </a:extLst>
          </p:cNvPr>
          <p:cNvSpPr/>
          <p:nvPr/>
        </p:nvSpPr>
        <p:spPr>
          <a:xfrm>
            <a:off x="4321459" y="3301192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Determine</a:t>
            </a:r>
            <a:r>
              <a:rPr lang="de-DE" sz="1200" dirty="0">
                <a:solidFill>
                  <a:schemeClr val="tx1"/>
                </a:solidFill>
              </a:rPr>
              <a:t> Scenario </a:t>
            </a:r>
            <a:r>
              <a:rPr lang="de-DE" sz="1200" dirty="0" err="1">
                <a:solidFill>
                  <a:schemeClr val="tx1"/>
                </a:solidFill>
              </a:rPr>
              <a:t>Number</a:t>
            </a:r>
            <a:endParaRPr lang="de-DE" sz="1200" dirty="0">
              <a:solidFill>
                <a:schemeClr val="tx1"/>
              </a:solidFill>
            </a:endParaRPr>
          </a:p>
        </p:txBody>
      </p: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870ADA2F-A0A1-C206-41FE-013F13E10AA2}"/>
              </a:ext>
            </a:extLst>
          </p:cNvPr>
          <p:cNvCxnSpPr>
            <a:cxnSpLocks/>
            <a:stCxn id="66" idx="2"/>
            <a:endCxn id="72" idx="0"/>
          </p:cNvCxnSpPr>
          <p:nvPr/>
        </p:nvCxnSpPr>
        <p:spPr>
          <a:xfrm>
            <a:off x="4945807" y="3834592"/>
            <a:ext cx="0" cy="254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hteck 71">
            <a:extLst>
              <a:ext uri="{FF2B5EF4-FFF2-40B4-BE49-F238E27FC236}">
                <a16:creationId xmlns:a16="http://schemas.microsoft.com/office/drawing/2014/main" id="{9940F44B-5DB0-7516-BC4E-F783CC717BED}"/>
              </a:ext>
            </a:extLst>
          </p:cNvPr>
          <p:cNvSpPr/>
          <p:nvPr/>
        </p:nvSpPr>
        <p:spPr>
          <a:xfrm>
            <a:off x="4321459" y="4089288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Create SHG Scenario</a:t>
            </a:r>
          </a:p>
        </p:txBody>
      </p: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5670F477-9528-5323-E421-C04ADEAD8AFE}"/>
              </a:ext>
            </a:extLst>
          </p:cNvPr>
          <p:cNvCxnSpPr>
            <a:cxnSpLocks/>
            <a:stCxn id="72" idx="2"/>
            <a:endCxn id="77" idx="0"/>
          </p:cNvCxnSpPr>
          <p:nvPr/>
        </p:nvCxnSpPr>
        <p:spPr>
          <a:xfrm>
            <a:off x="4945807" y="4622688"/>
            <a:ext cx="0" cy="254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hteck 76">
            <a:extLst>
              <a:ext uri="{FF2B5EF4-FFF2-40B4-BE49-F238E27FC236}">
                <a16:creationId xmlns:a16="http://schemas.microsoft.com/office/drawing/2014/main" id="{E304FF4D-1309-3BCC-2978-248B9225B3EE}"/>
              </a:ext>
            </a:extLst>
          </p:cNvPr>
          <p:cNvSpPr/>
          <p:nvPr/>
        </p:nvSpPr>
        <p:spPr>
          <a:xfrm>
            <a:off x="4321459" y="4877384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Write Scenario File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OC/</a:t>
            </a:r>
            <a:r>
              <a:rPr lang="de-DE" sz="1200" dirty="0" err="1">
                <a:solidFill>
                  <a:schemeClr val="tx1"/>
                </a:solidFill>
              </a:rPr>
              <a:t>Created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4E57FBB7-05CA-5615-DDB6-4D8BF8DB4BC9}"/>
              </a:ext>
            </a:extLst>
          </p:cNvPr>
          <p:cNvSpPr/>
          <p:nvPr/>
        </p:nvSpPr>
        <p:spPr>
          <a:xfrm>
            <a:off x="1530526" y="5353050"/>
            <a:ext cx="1184610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Rejected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5D6E9A9A-6525-8227-0B58-30E690C65F1F}"/>
              </a:ext>
            </a:extLst>
          </p:cNvPr>
          <p:cNvSpPr txBox="1"/>
          <p:nvPr/>
        </p:nvSpPr>
        <p:spPr>
          <a:xfrm>
            <a:off x="111510" y="6343996"/>
            <a:ext cx="2321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01_CandidateData</a:t>
            </a:r>
            <a:endParaRPr lang="de-DE" dirty="0"/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6BE0428F-2701-94D7-F35D-D115FCE8C2C2}"/>
              </a:ext>
            </a:extLst>
          </p:cNvPr>
          <p:cNvSpPr/>
          <p:nvPr/>
        </p:nvSpPr>
        <p:spPr>
          <a:xfrm>
            <a:off x="9105275" y="2190750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Created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31EE0AC9-28D2-B0F4-802A-3AF01C5C6790}"/>
              </a:ext>
            </a:extLst>
          </p:cNvPr>
          <p:cNvCxnSpPr>
            <a:cxnSpLocks/>
            <a:stCxn id="88" idx="2"/>
            <a:endCxn id="99" idx="0"/>
          </p:cNvCxnSpPr>
          <p:nvPr/>
        </p:nvCxnSpPr>
        <p:spPr>
          <a:xfrm>
            <a:off x="9729623" y="2724150"/>
            <a:ext cx="7589" cy="831738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hteck 98">
            <a:extLst>
              <a:ext uri="{FF2B5EF4-FFF2-40B4-BE49-F238E27FC236}">
                <a16:creationId xmlns:a16="http://schemas.microsoft.com/office/drawing/2014/main" id="{C1D0D5E5-0202-EDF9-49BB-9FF5E322AE9B}"/>
              </a:ext>
            </a:extLst>
          </p:cNvPr>
          <p:cNvSpPr/>
          <p:nvPr/>
        </p:nvSpPr>
        <p:spPr>
          <a:xfrm>
            <a:off x="9112864" y="3555888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Released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C4D3098A-F125-0B64-F39A-7A1EF178A1BC}"/>
              </a:ext>
            </a:extLst>
          </p:cNvPr>
          <p:cNvSpPr txBox="1"/>
          <p:nvPr/>
        </p:nvSpPr>
        <p:spPr>
          <a:xfrm>
            <a:off x="8097604" y="6315323"/>
            <a:ext cx="2574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02_ObservationCatalog</a:t>
            </a:r>
            <a:endParaRPr lang="de-DE" dirty="0"/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3E1C1695-B0FC-3691-43A4-259F01E5F4AA}"/>
              </a:ext>
            </a:extLst>
          </p:cNvPr>
          <p:cNvSpPr/>
          <p:nvPr/>
        </p:nvSpPr>
        <p:spPr>
          <a:xfrm>
            <a:off x="4139381" y="5665480"/>
            <a:ext cx="1632154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Move </a:t>
            </a:r>
            <a:r>
              <a:rPr lang="de-DE" sz="1200" dirty="0" err="1">
                <a:solidFill>
                  <a:schemeClr val="tx1"/>
                </a:solidFill>
              </a:rPr>
              <a:t>Candidate</a:t>
            </a:r>
            <a:r>
              <a:rPr lang="de-DE" sz="1200" dirty="0">
                <a:solidFill>
                  <a:schemeClr val="tx1"/>
                </a:solidFill>
              </a:rPr>
              <a:t> File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CD/</a:t>
            </a:r>
            <a:r>
              <a:rPr lang="de-DE" sz="1200" dirty="0" err="1">
                <a:solidFill>
                  <a:schemeClr val="tx1"/>
                </a:solidFill>
              </a:rPr>
              <a:t>Processed</a:t>
            </a:r>
            <a:endParaRPr lang="de-DE" sz="1200" dirty="0">
              <a:solidFill>
                <a:schemeClr val="tx1"/>
              </a:solidFill>
            </a:endParaRPr>
          </a:p>
        </p:txBody>
      </p: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03BED8F5-D850-0A68-467D-EB91177E3541}"/>
              </a:ext>
            </a:extLst>
          </p:cNvPr>
          <p:cNvGrpSpPr/>
          <p:nvPr/>
        </p:nvGrpSpPr>
        <p:grpSpPr>
          <a:xfrm>
            <a:off x="254295" y="644829"/>
            <a:ext cx="311148" cy="634999"/>
            <a:chOff x="1168400" y="2952750"/>
            <a:chExt cx="311148" cy="634999"/>
          </a:xfrm>
        </p:grpSpPr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8502F2F9-8B7C-3D4D-E6E3-D3C54FF69C32}"/>
                </a:ext>
              </a:extLst>
            </p:cNvPr>
            <p:cNvSpPr/>
            <p:nvPr/>
          </p:nvSpPr>
          <p:spPr>
            <a:xfrm>
              <a:off x="1244600" y="2952750"/>
              <a:ext cx="152399" cy="1523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15" name="Gerader Verbinder 114">
              <a:extLst>
                <a:ext uri="{FF2B5EF4-FFF2-40B4-BE49-F238E27FC236}">
                  <a16:creationId xmlns:a16="http://schemas.microsoft.com/office/drawing/2014/main" id="{B451D6D8-9AB6-35D3-32B1-58E481E4BD30}"/>
                </a:ext>
              </a:extLst>
            </p:cNvPr>
            <p:cNvCxnSpPr>
              <a:stCxn id="114" idx="4"/>
            </p:cNvCxnSpPr>
            <p:nvPr/>
          </p:nvCxnSpPr>
          <p:spPr>
            <a:xfrm flipH="1">
              <a:off x="1314450" y="3105149"/>
              <a:ext cx="6350" cy="32385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Gerader Verbinder 115">
              <a:extLst>
                <a:ext uri="{FF2B5EF4-FFF2-40B4-BE49-F238E27FC236}">
                  <a16:creationId xmlns:a16="http://schemas.microsoft.com/office/drawing/2014/main" id="{0BC467FA-37D0-C938-B390-5E6A15D66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400" y="3429000"/>
              <a:ext cx="146050" cy="1523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r Verbinder 116">
              <a:extLst>
                <a:ext uri="{FF2B5EF4-FFF2-40B4-BE49-F238E27FC236}">
                  <a16:creationId xmlns:a16="http://schemas.microsoft.com/office/drawing/2014/main" id="{963B27DF-0919-A65E-19EB-D216DBE9D1E7}"/>
                </a:ext>
              </a:extLst>
            </p:cNvPr>
            <p:cNvCxnSpPr>
              <a:cxnSpLocks/>
            </p:cNvCxnSpPr>
            <p:nvPr/>
          </p:nvCxnSpPr>
          <p:spPr>
            <a:xfrm>
              <a:off x="1314450" y="3429000"/>
              <a:ext cx="123825" cy="1587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r Verbinder 117">
              <a:extLst>
                <a:ext uri="{FF2B5EF4-FFF2-40B4-BE49-F238E27FC236}">
                  <a16:creationId xmlns:a16="http://schemas.microsoft.com/office/drawing/2014/main" id="{6E7474E2-66BC-9D5A-E22B-16CA6C7460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400" y="3205163"/>
              <a:ext cx="3111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Textfeld 118">
            <a:extLst>
              <a:ext uri="{FF2B5EF4-FFF2-40B4-BE49-F238E27FC236}">
                <a16:creationId xmlns:a16="http://schemas.microsoft.com/office/drawing/2014/main" id="{AF2E565A-956A-8268-D57C-57DD083422CD}"/>
              </a:ext>
            </a:extLst>
          </p:cNvPr>
          <p:cNvSpPr txBox="1"/>
          <p:nvPr/>
        </p:nvSpPr>
        <p:spPr>
          <a:xfrm>
            <a:off x="852830" y="1061856"/>
            <a:ext cx="407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run</a:t>
            </a:r>
            <a:endParaRPr lang="de-DE" sz="1200" dirty="0"/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D55FF450-ADC8-17B7-65F5-13BAD5443932}"/>
              </a:ext>
            </a:extLst>
          </p:cNvPr>
          <p:cNvSpPr txBox="1"/>
          <p:nvPr/>
        </p:nvSpPr>
        <p:spPr>
          <a:xfrm>
            <a:off x="6332170" y="1075157"/>
            <a:ext cx="1248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02_SHG</a:t>
            </a:r>
            <a:endParaRPr lang="de-DE" dirty="0"/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59D4A7C3-F53B-0006-5ED2-23D7D1E72629}"/>
              </a:ext>
            </a:extLst>
          </p:cNvPr>
          <p:cNvSpPr/>
          <p:nvPr/>
        </p:nvSpPr>
        <p:spPr>
          <a:xfrm>
            <a:off x="10432212" y="142073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026C6623-26D0-6EC4-88CC-5D5C7C9323D3}"/>
              </a:ext>
            </a:extLst>
          </p:cNvPr>
          <p:cNvSpPr txBox="1"/>
          <p:nvPr/>
        </p:nvSpPr>
        <p:spPr>
          <a:xfrm>
            <a:off x="10522807" y="252185"/>
            <a:ext cx="1248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Folders</a:t>
            </a:r>
            <a:endParaRPr lang="de-DE" dirty="0"/>
          </a:p>
        </p:txBody>
      </p: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09CA8F3C-6C95-3D9A-8757-F0E99D2CDCC8}"/>
              </a:ext>
            </a:extLst>
          </p:cNvPr>
          <p:cNvCxnSpPr>
            <a:cxnSpLocks/>
            <a:stCxn id="77" idx="2"/>
            <a:endCxn id="105" idx="0"/>
          </p:cNvCxnSpPr>
          <p:nvPr/>
        </p:nvCxnSpPr>
        <p:spPr>
          <a:xfrm>
            <a:off x="4945807" y="5410784"/>
            <a:ext cx="9651" cy="254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aute 132">
            <a:extLst>
              <a:ext uri="{FF2B5EF4-FFF2-40B4-BE49-F238E27FC236}">
                <a16:creationId xmlns:a16="http://schemas.microsoft.com/office/drawing/2014/main" id="{765D7C95-D532-76EF-3400-3DDC4F50B29B}"/>
              </a:ext>
            </a:extLst>
          </p:cNvPr>
          <p:cNvSpPr/>
          <p:nvPr/>
        </p:nvSpPr>
        <p:spPr>
          <a:xfrm>
            <a:off x="-240437" y="7353291"/>
            <a:ext cx="1828797" cy="847686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CoreHash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Existing</a:t>
            </a:r>
            <a:r>
              <a:rPr lang="de-DE" sz="1200" dirty="0">
                <a:solidFill>
                  <a:schemeClr val="tx1"/>
                </a:solidFill>
              </a:rPr>
              <a:t> in OC*?</a:t>
            </a:r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9A4047A3-0674-7A4C-8041-AF56C2A38A8B}"/>
              </a:ext>
            </a:extLst>
          </p:cNvPr>
          <p:cNvSpPr txBox="1"/>
          <p:nvPr/>
        </p:nvSpPr>
        <p:spPr>
          <a:xfrm>
            <a:off x="7009144" y="5831436"/>
            <a:ext cx="87089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chemeClr val="tx1"/>
                </a:solidFill>
              </a:rPr>
              <a:t>*OC/</a:t>
            </a:r>
            <a:r>
              <a:rPr lang="de-DE" sz="900" dirty="0" err="1">
                <a:solidFill>
                  <a:schemeClr val="tx1"/>
                </a:solidFill>
              </a:rPr>
              <a:t>Created</a:t>
            </a:r>
            <a:r>
              <a:rPr lang="de-DE" sz="900" dirty="0">
                <a:solidFill>
                  <a:schemeClr val="tx1"/>
                </a:solidFill>
              </a:rPr>
              <a:t> </a:t>
            </a:r>
            <a:r>
              <a:rPr lang="de-DE" sz="900" dirty="0" err="1">
                <a:solidFill>
                  <a:schemeClr val="tx1"/>
                </a:solidFill>
              </a:rPr>
              <a:t>or</a:t>
            </a:r>
            <a:r>
              <a:rPr lang="de-DE" sz="900" dirty="0">
                <a:solidFill>
                  <a:schemeClr val="tx1"/>
                </a:solidFill>
              </a:rPr>
              <a:t> OC/</a:t>
            </a:r>
            <a:r>
              <a:rPr lang="de-DE" sz="900" dirty="0" err="1">
                <a:solidFill>
                  <a:schemeClr val="tx1"/>
                </a:solidFill>
              </a:rPr>
              <a:t>Released</a:t>
            </a:r>
            <a:endParaRPr lang="de-DE" sz="900" dirty="0"/>
          </a:p>
        </p:txBody>
      </p:sp>
      <p:cxnSp>
        <p:nvCxnSpPr>
          <p:cNvPr id="138" name="Verbinder: gewinkelt 137">
            <a:extLst>
              <a:ext uri="{FF2B5EF4-FFF2-40B4-BE49-F238E27FC236}">
                <a16:creationId xmlns:a16="http://schemas.microsoft.com/office/drawing/2014/main" id="{3B931583-5F80-DE01-9196-DCFD54CF4EA6}"/>
              </a:ext>
            </a:extLst>
          </p:cNvPr>
          <p:cNvCxnSpPr>
            <a:stCxn id="49" idx="2"/>
            <a:endCxn id="80" idx="2"/>
          </p:cNvCxnSpPr>
          <p:nvPr/>
        </p:nvCxnSpPr>
        <p:spPr>
          <a:xfrm rot="5400000">
            <a:off x="3108016" y="2142182"/>
            <a:ext cx="2759084" cy="4729453"/>
          </a:xfrm>
          <a:prstGeom prst="bentConnector3">
            <a:avLst>
              <a:gd name="adj1" fmla="val 12147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Verbinder: gewinkelt 140">
            <a:extLst>
              <a:ext uri="{FF2B5EF4-FFF2-40B4-BE49-F238E27FC236}">
                <a16:creationId xmlns:a16="http://schemas.microsoft.com/office/drawing/2014/main" id="{1423940F-C446-927B-9532-6204A1AB8FEC}"/>
              </a:ext>
            </a:extLst>
          </p:cNvPr>
          <p:cNvCxnSpPr>
            <a:cxnSpLocks/>
            <a:stCxn id="105" idx="1"/>
            <a:endCxn id="63" idx="3"/>
          </p:cNvCxnSpPr>
          <p:nvPr/>
        </p:nvCxnSpPr>
        <p:spPr>
          <a:xfrm rot="10800000">
            <a:off x="2740345" y="4702808"/>
            <a:ext cx="1399037" cy="12293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Verbinder: gewinkelt 143">
            <a:extLst>
              <a:ext uri="{FF2B5EF4-FFF2-40B4-BE49-F238E27FC236}">
                <a16:creationId xmlns:a16="http://schemas.microsoft.com/office/drawing/2014/main" id="{ED586386-FBD8-3FB0-1D8E-E0BF99163B32}"/>
              </a:ext>
            </a:extLst>
          </p:cNvPr>
          <p:cNvCxnSpPr>
            <a:cxnSpLocks/>
            <a:stCxn id="77" idx="3"/>
            <a:endCxn id="99" idx="2"/>
          </p:cNvCxnSpPr>
          <p:nvPr/>
        </p:nvCxnSpPr>
        <p:spPr>
          <a:xfrm flipV="1">
            <a:off x="5570155" y="4089288"/>
            <a:ext cx="4167057" cy="105479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Verbinder: gewinkelt 146">
            <a:extLst>
              <a:ext uri="{FF2B5EF4-FFF2-40B4-BE49-F238E27FC236}">
                <a16:creationId xmlns:a16="http://schemas.microsoft.com/office/drawing/2014/main" id="{9EA3656C-ECD5-72C0-5B25-4847D662C71A}"/>
              </a:ext>
            </a:extLst>
          </p:cNvPr>
          <p:cNvCxnSpPr>
            <a:stCxn id="66" idx="3"/>
            <a:endCxn id="99" idx="1"/>
          </p:cNvCxnSpPr>
          <p:nvPr/>
        </p:nvCxnSpPr>
        <p:spPr>
          <a:xfrm>
            <a:off x="5570155" y="3567892"/>
            <a:ext cx="3542709" cy="25469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feld 147">
            <a:extLst>
              <a:ext uri="{FF2B5EF4-FFF2-40B4-BE49-F238E27FC236}">
                <a16:creationId xmlns:a16="http://schemas.microsoft.com/office/drawing/2014/main" id="{FAD0BC7C-8D36-8A9E-7451-1BEFD6D7C8F2}"/>
              </a:ext>
            </a:extLst>
          </p:cNvPr>
          <p:cNvSpPr txBox="1"/>
          <p:nvPr/>
        </p:nvSpPr>
        <p:spPr>
          <a:xfrm>
            <a:off x="8459784" y="3485066"/>
            <a:ext cx="483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read</a:t>
            </a:r>
            <a:endParaRPr lang="de-DE" dirty="0"/>
          </a:p>
        </p:txBody>
      </p:sp>
      <p:sp>
        <p:nvSpPr>
          <p:cNvPr id="149" name="Textfeld 148">
            <a:extLst>
              <a:ext uri="{FF2B5EF4-FFF2-40B4-BE49-F238E27FC236}">
                <a16:creationId xmlns:a16="http://schemas.microsoft.com/office/drawing/2014/main" id="{337ECA76-71EE-9EB6-A7C7-4A9C3EB55F42}"/>
              </a:ext>
            </a:extLst>
          </p:cNvPr>
          <p:cNvSpPr txBox="1"/>
          <p:nvPr/>
        </p:nvSpPr>
        <p:spPr>
          <a:xfrm>
            <a:off x="8444685" y="2185601"/>
            <a:ext cx="540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/>
              <a:t>Write</a:t>
            </a:r>
          </a:p>
          <a:p>
            <a:r>
              <a:rPr lang="de-DE" dirty="0"/>
              <a:t>(</a:t>
            </a:r>
            <a:r>
              <a:rPr lang="de-DE" dirty="0" err="1"/>
              <a:t>opt</a:t>
            </a:r>
            <a:r>
              <a:rPr lang="de-DE" dirty="0"/>
              <a:t>.)</a:t>
            </a:r>
          </a:p>
        </p:txBody>
      </p:sp>
      <p:sp>
        <p:nvSpPr>
          <p:cNvPr id="150" name="Textfeld 149">
            <a:extLst>
              <a:ext uri="{FF2B5EF4-FFF2-40B4-BE49-F238E27FC236}">
                <a16:creationId xmlns:a16="http://schemas.microsoft.com/office/drawing/2014/main" id="{F3219F28-898D-6DBF-D665-FFFEB049A833}"/>
              </a:ext>
            </a:extLst>
          </p:cNvPr>
          <p:cNvSpPr txBox="1"/>
          <p:nvPr/>
        </p:nvSpPr>
        <p:spPr>
          <a:xfrm>
            <a:off x="3189314" y="4444866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write</a:t>
            </a:r>
            <a:endParaRPr lang="de-DE" sz="1200" dirty="0"/>
          </a:p>
        </p:txBody>
      </p:sp>
      <p:sp>
        <p:nvSpPr>
          <p:cNvPr id="151" name="Textfeld 150">
            <a:extLst>
              <a:ext uri="{FF2B5EF4-FFF2-40B4-BE49-F238E27FC236}">
                <a16:creationId xmlns:a16="http://schemas.microsoft.com/office/drawing/2014/main" id="{AA1C476F-DECE-8FF5-40B7-86D61D9ADE0A}"/>
              </a:ext>
            </a:extLst>
          </p:cNvPr>
          <p:cNvSpPr txBox="1"/>
          <p:nvPr/>
        </p:nvSpPr>
        <p:spPr>
          <a:xfrm>
            <a:off x="2323116" y="6103692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write</a:t>
            </a:r>
            <a:endParaRPr lang="de-DE" sz="1200" dirty="0"/>
          </a:p>
        </p:txBody>
      </p:sp>
      <p:sp>
        <p:nvSpPr>
          <p:cNvPr id="159" name="Rechteck 158">
            <a:extLst>
              <a:ext uri="{FF2B5EF4-FFF2-40B4-BE49-F238E27FC236}">
                <a16:creationId xmlns:a16="http://schemas.microsoft.com/office/drawing/2014/main" id="{CE232249-4BC0-2DB2-7DEA-421EC9E01EF0}"/>
              </a:ext>
            </a:extLst>
          </p:cNvPr>
          <p:cNvSpPr/>
          <p:nvPr/>
        </p:nvSpPr>
        <p:spPr>
          <a:xfrm>
            <a:off x="4321459" y="170151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Start </a:t>
            </a:r>
            <a:r>
              <a:rPr lang="de-DE" sz="1200" dirty="0" err="1">
                <a:solidFill>
                  <a:schemeClr val="tx1"/>
                </a:solidFill>
              </a:rPr>
              <a:t>flow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if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new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candidates</a:t>
            </a:r>
            <a:endParaRPr lang="de-DE" sz="1200" dirty="0">
              <a:solidFill>
                <a:schemeClr val="tx1"/>
              </a:solidFill>
            </a:endParaRPr>
          </a:p>
        </p:txBody>
      </p:sp>
      <p:cxnSp>
        <p:nvCxnSpPr>
          <p:cNvPr id="160" name="Gerade Verbindung mit Pfeil 159">
            <a:extLst>
              <a:ext uri="{FF2B5EF4-FFF2-40B4-BE49-F238E27FC236}">
                <a16:creationId xmlns:a16="http://schemas.microsoft.com/office/drawing/2014/main" id="{F40E7644-DFCB-F8FA-F2C7-26FEE52004A4}"/>
              </a:ext>
            </a:extLst>
          </p:cNvPr>
          <p:cNvCxnSpPr>
            <a:cxnSpLocks/>
            <a:stCxn id="159" idx="2"/>
            <a:endCxn id="36" idx="0"/>
          </p:cNvCxnSpPr>
          <p:nvPr/>
        </p:nvCxnSpPr>
        <p:spPr>
          <a:xfrm>
            <a:off x="4945807" y="703551"/>
            <a:ext cx="0" cy="142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Verbinder: gewinkelt 167">
            <a:extLst>
              <a:ext uri="{FF2B5EF4-FFF2-40B4-BE49-F238E27FC236}">
                <a16:creationId xmlns:a16="http://schemas.microsoft.com/office/drawing/2014/main" id="{3DD26CA0-8A2C-7450-1598-30F8EEC2C638}"/>
              </a:ext>
            </a:extLst>
          </p:cNvPr>
          <p:cNvCxnSpPr>
            <a:cxnSpLocks/>
            <a:stCxn id="36" idx="1"/>
            <a:endCxn id="14" idx="3"/>
          </p:cNvCxnSpPr>
          <p:nvPr/>
        </p:nvCxnSpPr>
        <p:spPr>
          <a:xfrm rot="10800000" flipV="1">
            <a:off x="2727363" y="1112621"/>
            <a:ext cx="1594096" cy="16414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feld 169">
            <a:extLst>
              <a:ext uri="{FF2B5EF4-FFF2-40B4-BE49-F238E27FC236}">
                <a16:creationId xmlns:a16="http://schemas.microsoft.com/office/drawing/2014/main" id="{CA154C73-3877-3440-D02B-C2818B227E1A}"/>
              </a:ext>
            </a:extLst>
          </p:cNvPr>
          <p:cNvSpPr txBox="1"/>
          <p:nvPr/>
        </p:nvSpPr>
        <p:spPr>
          <a:xfrm>
            <a:off x="3201710" y="3748372"/>
            <a:ext cx="483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read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EB0971E-D6D8-665A-6DAB-4252FF64D4EB}"/>
              </a:ext>
            </a:extLst>
          </p:cNvPr>
          <p:cNvSpPr/>
          <p:nvPr/>
        </p:nvSpPr>
        <p:spPr>
          <a:xfrm>
            <a:off x="2433462" y="217181"/>
            <a:ext cx="1040492" cy="58531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Meeus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Tool</a:t>
            </a:r>
          </a:p>
        </p:txBody>
      </p: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0919C170-8FBE-9918-84C3-BBBBA2A0DC24}"/>
              </a:ext>
            </a:extLst>
          </p:cNvPr>
          <p:cNvCxnSpPr>
            <a:cxnSpLocks/>
            <a:stCxn id="2" idx="2"/>
            <a:endCxn id="4" idx="3"/>
          </p:cNvCxnSpPr>
          <p:nvPr/>
        </p:nvCxnSpPr>
        <p:spPr>
          <a:xfrm rot="5400000">
            <a:off x="2565502" y="975895"/>
            <a:ext cx="561605" cy="214808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66D0895A-70A1-79B5-5B24-90759DD24ADC}"/>
              </a:ext>
            </a:extLst>
          </p:cNvPr>
          <p:cNvSpPr txBox="1"/>
          <p:nvPr/>
        </p:nvSpPr>
        <p:spPr>
          <a:xfrm>
            <a:off x="8911187" y="4898243"/>
            <a:ext cx="5404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/>
              <a:t>Write</a:t>
            </a:r>
          </a:p>
        </p:txBody>
      </p:sp>
    </p:spTree>
    <p:extLst>
      <p:ext uri="{BB962C8B-B14F-4D97-AF65-F5344CB8AC3E}">
        <p14:creationId xmlns:p14="http://schemas.microsoft.com/office/powerpoint/2010/main" val="4097042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82DD-1544-434B-A14F-8E580C91E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hteck 100">
            <a:extLst>
              <a:ext uri="{FF2B5EF4-FFF2-40B4-BE49-F238E27FC236}">
                <a16:creationId xmlns:a16="http://schemas.microsoft.com/office/drawing/2014/main" id="{6DF99F9C-73D3-7152-0392-2810D8F942B0}"/>
              </a:ext>
            </a:extLst>
          </p:cNvPr>
          <p:cNvSpPr/>
          <p:nvPr/>
        </p:nvSpPr>
        <p:spPr>
          <a:xfrm>
            <a:off x="147713" y="1895323"/>
            <a:ext cx="3025156" cy="44858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C511679-A737-D001-DF37-12D081CDE7CD}"/>
              </a:ext>
            </a:extLst>
          </p:cNvPr>
          <p:cNvSpPr/>
          <p:nvPr/>
        </p:nvSpPr>
        <p:spPr>
          <a:xfrm>
            <a:off x="8007668" y="1895321"/>
            <a:ext cx="2413351" cy="44858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F1FA2C66-CE63-6BB1-560F-FC68AFEE5A70}"/>
              </a:ext>
            </a:extLst>
          </p:cNvPr>
          <p:cNvSpPr/>
          <p:nvPr/>
        </p:nvSpPr>
        <p:spPr>
          <a:xfrm>
            <a:off x="3776220" y="418432"/>
            <a:ext cx="4050258" cy="59627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3AF2C545-C1A0-AF72-B6C9-419118232B6C}"/>
              </a:ext>
            </a:extLst>
          </p:cNvPr>
          <p:cNvSpPr/>
          <p:nvPr/>
        </p:nvSpPr>
        <p:spPr>
          <a:xfrm>
            <a:off x="4259890" y="1354738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Read </a:t>
            </a:r>
            <a:r>
              <a:rPr lang="de-DE" sz="1200" dirty="0" err="1">
                <a:solidFill>
                  <a:schemeClr val="tx1"/>
                </a:solidFill>
              </a:rPr>
              <a:t>new</a:t>
            </a:r>
            <a:r>
              <a:rPr lang="de-DE" sz="1200" dirty="0">
                <a:solidFill>
                  <a:schemeClr val="tx1"/>
                </a:solidFill>
              </a:rPr>
              <a:t> Scenarios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817154BE-2D80-7366-407F-0C2DCB1D2AD5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 flipH="1">
            <a:off x="4884237" y="1888138"/>
            <a:ext cx="1" cy="221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05C6BF3A-995C-307D-A5C4-B34B08418396}"/>
              </a:ext>
            </a:extLst>
          </p:cNvPr>
          <p:cNvSpPr/>
          <p:nvPr/>
        </p:nvSpPr>
        <p:spPr>
          <a:xfrm>
            <a:off x="4114864" y="2109526"/>
            <a:ext cx="153874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Create </a:t>
            </a:r>
            <a:r>
              <a:rPr lang="de-DE" sz="1200" dirty="0" err="1">
                <a:solidFill>
                  <a:schemeClr val="tx1"/>
                </a:solidFill>
              </a:rPr>
              <a:t>RequestHash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31D2B47D-2508-2D11-4F38-11B6CD646D71}"/>
              </a:ext>
            </a:extLst>
          </p:cNvPr>
          <p:cNvSpPr/>
          <p:nvPr/>
        </p:nvSpPr>
        <p:spPr>
          <a:xfrm>
            <a:off x="5790707" y="3640769"/>
            <a:ext cx="1021850" cy="444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Reject</a:t>
            </a:r>
            <a:r>
              <a:rPr lang="de-DE" sz="1200" dirty="0">
                <a:solidFill>
                  <a:schemeClr val="tx1"/>
                </a:solidFill>
              </a:rPr>
              <a:t>, Skip and Log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6F411913-A09C-75B8-AD0C-1F683AE44934}"/>
              </a:ext>
            </a:extLst>
          </p:cNvPr>
          <p:cNvCxnSpPr>
            <a:cxnSpLocks/>
            <a:stCxn id="46" idx="2"/>
            <a:endCxn id="52" idx="0"/>
          </p:cNvCxnSpPr>
          <p:nvPr/>
        </p:nvCxnSpPr>
        <p:spPr>
          <a:xfrm>
            <a:off x="4884237" y="2642926"/>
            <a:ext cx="1" cy="266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aute 51">
            <a:extLst>
              <a:ext uri="{FF2B5EF4-FFF2-40B4-BE49-F238E27FC236}">
                <a16:creationId xmlns:a16="http://schemas.microsoft.com/office/drawing/2014/main" id="{C3936B8C-A61E-3034-741B-14E1C9DC4EFF}"/>
              </a:ext>
            </a:extLst>
          </p:cNvPr>
          <p:cNvSpPr/>
          <p:nvPr/>
        </p:nvSpPr>
        <p:spPr>
          <a:xfrm>
            <a:off x="3969839" y="2909626"/>
            <a:ext cx="1828797" cy="847686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Hash</a:t>
            </a: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Existing</a:t>
            </a:r>
            <a:r>
              <a:rPr lang="de-DE" sz="1200" dirty="0">
                <a:solidFill>
                  <a:schemeClr val="tx1"/>
                </a:solidFill>
              </a:rPr>
              <a:t>*?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6B9B4F5B-A556-37EB-98C5-CFEC0976138D}"/>
              </a:ext>
            </a:extLst>
          </p:cNvPr>
          <p:cNvSpPr/>
          <p:nvPr/>
        </p:nvSpPr>
        <p:spPr>
          <a:xfrm>
            <a:off x="4259890" y="597233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Move Run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Last Run</a:t>
            </a: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90B188E9-9E21-3D3A-78A4-46348310B5EF}"/>
              </a:ext>
            </a:extLst>
          </p:cNvPr>
          <p:cNvSpPr/>
          <p:nvPr/>
        </p:nvSpPr>
        <p:spPr>
          <a:xfrm>
            <a:off x="4259224" y="4107173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AddFile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RD/Run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3D2CF290-C76F-48E9-B0C5-2B26EF04370A}"/>
              </a:ext>
            </a:extLst>
          </p:cNvPr>
          <p:cNvSpPr/>
          <p:nvPr/>
        </p:nvSpPr>
        <p:spPr>
          <a:xfrm>
            <a:off x="736723" y="3535261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Released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7A96C7A3-6473-0FD9-4C3A-985EAF46E3C9}"/>
              </a:ext>
            </a:extLst>
          </p:cNvPr>
          <p:cNvSpPr txBox="1"/>
          <p:nvPr/>
        </p:nvSpPr>
        <p:spPr>
          <a:xfrm>
            <a:off x="243509" y="5854522"/>
            <a:ext cx="2574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02_ObservationCatalog</a:t>
            </a:r>
            <a:endParaRPr lang="de-DE" dirty="0"/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85570844-97F4-C79E-96E6-07B71A27EE0F}"/>
              </a:ext>
            </a:extLst>
          </p:cNvPr>
          <p:cNvSpPr txBox="1"/>
          <p:nvPr/>
        </p:nvSpPr>
        <p:spPr>
          <a:xfrm>
            <a:off x="6469355" y="527910"/>
            <a:ext cx="1248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03_EF</a:t>
            </a:r>
            <a:endParaRPr lang="de-DE" dirty="0"/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848148FC-F659-0106-5298-35115E948D03}"/>
              </a:ext>
            </a:extLst>
          </p:cNvPr>
          <p:cNvSpPr/>
          <p:nvPr/>
        </p:nvSpPr>
        <p:spPr>
          <a:xfrm>
            <a:off x="9172323" y="547219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12219632-A21C-835C-0490-8036AE4D4D4B}"/>
              </a:ext>
            </a:extLst>
          </p:cNvPr>
          <p:cNvSpPr txBox="1"/>
          <p:nvPr/>
        </p:nvSpPr>
        <p:spPr>
          <a:xfrm>
            <a:off x="10633316" y="634148"/>
            <a:ext cx="1248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Folders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D5024AA-8BE6-07F2-8898-CCD2D8899988}"/>
              </a:ext>
            </a:extLst>
          </p:cNvPr>
          <p:cNvSpPr/>
          <p:nvPr/>
        </p:nvSpPr>
        <p:spPr>
          <a:xfrm>
            <a:off x="8589090" y="2170121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17EC918-D513-276B-C3D0-1CB76468833C}"/>
              </a:ext>
            </a:extLst>
          </p:cNvPr>
          <p:cNvSpPr/>
          <p:nvPr/>
        </p:nvSpPr>
        <p:spPr>
          <a:xfrm>
            <a:off x="8589090" y="4220503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Released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174E0B8-7B8F-625D-B446-A89AF7FE66A1}"/>
              </a:ext>
            </a:extLst>
          </p:cNvPr>
          <p:cNvSpPr txBox="1"/>
          <p:nvPr/>
        </p:nvSpPr>
        <p:spPr>
          <a:xfrm>
            <a:off x="8103465" y="5854520"/>
            <a:ext cx="2574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03_ReferenceData</a:t>
            </a:r>
            <a:endParaRPr lang="de-DE" dirty="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D494A7F-1EDD-C63C-BC1F-A62AE85F7C30}"/>
              </a:ext>
            </a:extLst>
          </p:cNvPr>
          <p:cNvSpPr/>
          <p:nvPr/>
        </p:nvSpPr>
        <p:spPr>
          <a:xfrm>
            <a:off x="8589090" y="3328662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LastRun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FCD7F0A3-FB71-AD2B-3AFF-AFBC59533CF8}"/>
              </a:ext>
            </a:extLst>
          </p:cNvPr>
          <p:cNvCxnSpPr>
            <a:stCxn id="2" idx="2"/>
            <a:endCxn id="25" idx="0"/>
          </p:cNvCxnSpPr>
          <p:nvPr/>
        </p:nvCxnSpPr>
        <p:spPr>
          <a:xfrm>
            <a:off x="9213438" y="2703521"/>
            <a:ext cx="0" cy="625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3E906A47-43AE-F384-A023-B214BDA0AAAA}"/>
              </a:ext>
            </a:extLst>
          </p:cNvPr>
          <p:cNvCxnSpPr>
            <a:stCxn id="99" idx="3"/>
            <a:endCxn id="36" idx="1"/>
          </p:cNvCxnSpPr>
          <p:nvPr/>
        </p:nvCxnSpPr>
        <p:spPr>
          <a:xfrm flipV="1">
            <a:off x="1985419" y="1621438"/>
            <a:ext cx="2274471" cy="2180523"/>
          </a:xfrm>
          <a:prstGeom prst="bentConnector3">
            <a:avLst>
              <a:gd name="adj1" fmla="val 62104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487346C8-B49A-A49D-9BD5-79DA71CA93E9}"/>
              </a:ext>
            </a:extLst>
          </p:cNvPr>
          <p:cNvSpPr txBox="1"/>
          <p:nvPr/>
        </p:nvSpPr>
        <p:spPr>
          <a:xfrm>
            <a:off x="2531319" y="3479962"/>
            <a:ext cx="5414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read</a:t>
            </a:r>
            <a:endParaRPr lang="de-DE" sz="1200" dirty="0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27ABCE04-E91A-A71C-77E8-ED5B71B8DB5F}"/>
              </a:ext>
            </a:extLst>
          </p:cNvPr>
          <p:cNvSpPr/>
          <p:nvPr/>
        </p:nvSpPr>
        <p:spPr>
          <a:xfrm>
            <a:off x="10838518" y="1361593"/>
            <a:ext cx="1043496" cy="500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9F907FB6-A418-D155-D74D-19628C58FDAF}"/>
              </a:ext>
            </a:extLst>
          </p:cNvPr>
          <p:cNvSpPr txBox="1"/>
          <p:nvPr/>
        </p:nvSpPr>
        <p:spPr>
          <a:xfrm>
            <a:off x="10898035" y="1387161"/>
            <a:ext cx="9244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1" dirty="0" err="1">
                <a:solidFill>
                  <a:schemeClr val="tx1"/>
                </a:solidFill>
              </a:rPr>
              <a:t>Compare</a:t>
            </a:r>
            <a:endParaRPr lang="de-DE" sz="1200" b="1" dirty="0">
              <a:solidFill>
                <a:schemeClr val="tx1"/>
              </a:solidFill>
            </a:endParaRPr>
          </a:p>
          <a:p>
            <a:r>
              <a:rPr lang="de-DE" sz="1200" b="1" dirty="0" err="1"/>
              <a:t>Script</a:t>
            </a:r>
            <a:r>
              <a:rPr lang="de-DE" sz="1200" b="1" dirty="0"/>
              <a:t>:</a:t>
            </a:r>
          </a:p>
          <a:p>
            <a:endParaRPr lang="de-DE" sz="1200" dirty="0"/>
          </a:p>
          <a:p>
            <a:r>
              <a:rPr lang="de-DE" sz="1200" dirty="0"/>
              <a:t>Promote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Released</a:t>
            </a:r>
            <a:endParaRPr lang="de-DE" sz="1200" dirty="0"/>
          </a:p>
        </p:txBody>
      </p:sp>
      <p:cxnSp>
        <p:nvCxnSpPr>
          <p:cNvPr id="73" name="Verbinder: gewinkelt 72">
            <a:extLst>
              <a:ext uri="{FF2B5EF4-FFF2-40B4-BE49-F238E27FC236}">
                <a16:creationId xmlns:a16="http://schemas.microsoft.com/office/drawing/2014/main" id="{C1DBB1D8-1F75-31F9-C1AD-F7E0D85E6FD0}"/>
              </a:ext>
            </a:extLst>
          </p:cNvPr>
          <p:cNvCxnSpPr>
            <a:stCxn id="2" idx="3"/>
            <a:endCxn id="21" idx="3"/>
          </p:cNvCxnSpPr>
          <p:nvPr/>
        </p:nvCxnSpPr>
        <p:spPr>
          <a:xfrm>
            <a:off x="9837786" y="2436821"/>
            <a:ext cx="12700" cy="2050382"/>
          </a:xfrm>
          <a:prstGeom prst="bentConnector3">
            <a:avLst>
              <a:gd name="adj1" fmla="val 11632260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8E236A17-104B-B5C8-1128-DA4AFCDE8209}"/>
              </a:ext>
            </a:extLst>
          </p:cNvPr>
          <p:cNvCxnSpPr>
            <a:cxnSpLocks/>
            <a:stCxn id="52" idx="3"/>
            <a:endCxn id="49" idx="0"/>
          </p:cNvCxnSpPr>
          <p:nvPr/>
        </p:nvCxnSpPr>
        <p:spPr>
          <a:xfrm>
            <a:off x="5798636" y="3333469"/>
            <a:ext cx="502996" cy="3073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feld 82">
            <a:extLst>
              <a:ext uri="{FF2B5EF4-FFF2-40B4-BE49-F238E27FC236}">
                <a16:creationId xmlns:a16="http://schemas.microsoft.com/office/drawing/2014/main" id="{74A97927-AD3B-973D-FD04-3724EC9FE63B}"/>
              </a:ext>
            </a:extLst>
          </p:cNvPr>
          <p:cNvSpPr txBox="1"/>
          <p:nvPr/>
        </p:nvSpPr>
        <p:spPr>
          <a:xfrm>
            <a:off x="7023826" y="5583532"/>
            <a:ext cx="87089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chemeClr val="tx1"/>
                </a:solidFill>
              </a:rPr>
              <a:t>*RD/Run</a:t>
            </a:r>
          </a:p>
          <a:p>
            <a:r>
              <a:rPr lang="de-DE" sz="900" dirty="0" err="1">
                <a:solidFill>
                  <a:schemeClr val="tx1"/>
                </a:solidFill>
              </a:rPr>
              <a:t>or</a:t>
            </a:r>
            <a:r>
              <a:rPr lang="de-DE" sz="900" dirty="0">
                <a:solidFill>
                  <a:schemeClr val="tx1"/>
                </a:solidFill>
              </a:rPr>
              <a:t> RD/</a:t>
            </a:r>
            <a:r>
              <a:rPr lang="de-DE" sz="900" dirty="0" err="1">
                <a:solidFill>
                  <a:schemeClr val="tx1"/>
                </a:solidFill>
              </a:rPr>
              <a:t>LastRun</a:t>
            </a:r>
            <a:endParaRPr lang="de-DE" sz="900" dirty="0">
              <a:solidFill>
                <a:schemeClr val="tx1"/>
              </a:solidFill>
            </a:endParaRPr>
          </a:p>
          <a:p>
            <a:r>
              <a:rPr lang="de-DE" sz="900" dirty="0" err="1"/>
              <a:t>or</a:t>
            </a:r>
            <a:endParaRPr lang="de-DE" sz="900" dirty="0"/>
          </a:p>
          <a:p>
            <a:r>
              <a:rPr lang="de-DE" sz="900" dirty="0"/>
              <a:t>RD/</a:t>
            </a:r>
            <a:r>
              <a:rPr lang="de-DE" sz="900" dirty="0" err="1"/>
              <a:t>Released</a:t>
            </a:r>
            <a:endParaRPr lang="de-DE" sz="900" dirty="0"/>
          </a:p>
        </p:txBody>
      </p:sp>
      <p:cxnSp>
        <p:nvCxnSpPr>
          <p:cNvPr id="86" name="Verbinder: gewinkelt 85">
            <a:extLst>
              <a:ext uri="{FF2B5EF4-FFF2-40B4-BE49-F238E27FC236}">
                <a16:creationId xmlns:a16="http://schemas.microsoft.com/office/drawing/2014/main" id="{57C82AA8-BF64-22CB-FD81-2FAB7E495E5A}"/>
              </a:ext>
            </a:extLst>
          </p:cNvPr>
          <p:cNvCxnSpPr>
            <a:stCxn id="77" idx="3"/>
            <a:endCxn id="2" idx="1"/>
          </p:cNvCxnSpPr>
          <p:nvPr/>
        </p:nvCxnSpPr>
        <p:spPr>
          <a:xfrm flipV="1">
            <a:off x="5507920" y="2436821"/>
            <a:ext cx="3081170" cy="19370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9EF82363-758C-2316-29AC-785E9968776E}"/>
              </a:ext>
            </a:extLst>
          </p:cNvPr>
          <p:cNvSpPr txBox="1"/>
          <p:nvPr/>
        </p:nvSpPr>
        <p:spPr>
          <a:xfrm>
            <a:off x="8080504" y="2178549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write</a:t>
            </a:r>
            <a:endParaRPr lang="de-DE" dirty="0"/>
          </a:p>
        </p:txBody>
      </p:sp>
      <p:cxnSp>
        <p:nvCxnSpPr>
          <p:cNvPr id="100" name="Verbinder: gewinkelt 99">
            <a:extLst>
              <a:ext uri="{FF2B5EF4-FFF2-40B4-BE49-F238E27FC236}">
                <a16:creationId xmlns:a16="http://schemas.microsoft.com/office/drawing/2014/main" id="{F2205E0A-132D-9B28-F60B-F70B56572841}"/>
              </a:ext>
            </a:extLst>
          </p:cNvPr>
          <p:cNvCxnSpPr>
            <a:cxnSpLocks/>
            <a:stCxn id="72" idx="3"/>
            <a:endCxn id="25" idx="1"/>
          </p:cNvCxnSpPr>
          <p:nvPr/>
        </p:nvCxnSpPr>
        <p:spPr>
          <a:xfrm>
            <a:off x="5508586" y="863933"/>
            <a:ext cx="3080504" cy="2731429"/>
          </a:xfrm>
          <a:prstGeom prst="bentConnector3">
            <a:avLst>
              <a:gd name="adj1" fmla="val 646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hteck 121">
            <a:extLst>
              <a:ext uri="{FF2B5EF4-FFF2-40B4-BE49-F238E27FC236}">
                <a16:creationId xmlns:a16="http://schemas.microsoft.com/office/drawing/2014/main" id="{93DCB2DD-1B15-0C4F-2E6E-B586842D5DDF}"/>
              </a:ext>
            </a:extLst>
          </p:cNvPr>
          <p:cNvSpPr/>
          <p:nvPr/>
        </p:nvSpPr>
        <p:spPr>
          <a:xfrm>
            <a:off x="8659526" y="5050132"/>
            <a:ext cx="1184610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Rejected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28" name="Verbinder: gewinkelt 127">
            <a:extLst>
              <a:ext uri="{FF2B5EF4-FFF2-40B4-BE49-F238E27FC236}">
                <a16:creationId xmlns:a16="http://schemas.microsoft.com/office/drawing/2014/main" id="{18E1EB76-F2B5-61D5-F614-6FF327DCE4C0}"/>
              </a:ext>
            </a:extLst>
          </p:cNvPr>
          <p:cNvCxnSpPr>
            <a:stCxn id="49" idx="2"/>
            <a:endCxn id="122" idx="1"/>
          </p:cNvCxnSpPr>
          <p:nvPr/>
        </p:nvCxnSpPr>
        <p:spPr>
          <a:xfrm rot="16200000" flipH="1">
            <a:off x="6864855" y="3522160"/>
            <a:ext cx="1231449" cy="23578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feld 128">
            <a:extLst>
              <a:ext uri="{FF2B5EF4-FFF2-40B4-BE49-F238E27FC236}">
                <a16:creationId xmlns:a16="http://schemas.microsoft.com/office/drawing/2014/main" id="{2749EC56-7470-704B-B409-ACDE5FDAE6EA}"/>
              </a:ext>
            </a:extLst>
          </p:cNvPr>
          <p:cNvSpPr txBox="1"/>
          <p:nvPr/>
        </p:nvSpPr>
        <p:spPr>
          <a:xfrm>
            <a:off x="8088935" y="5070256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write</a:t>
            </a:r>
            <a:endParaRPr lang="de-DE" dirty="0"/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D8DB2750-FB51-633F-84B6-A7F72817DEE8}"/>
              </a:ext>
            </a:extLst>
          </p:cNvPr>
          <p:cNvSpPr txBox="1"/>
          <p:nvPr/>
        </p:nvSpPr>
        <p:spPr>
          <a:xfrm>
            <a:off x="8077739" y="3290019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write</a:t>
            </a:r>
            <a:endParaRPr lang="de-DE" dirty="0"/>
          </a:p>
        </p:txBody>
      </p: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1A9D2317-A7C7-EE15-99A1-3985ADCF3FCC}"/>
              </a:ext>
            </a:extLst>
          </p:cNvPr>
          <p:cNvCxnSpPr>
            <a:cxnSpLocks/>
            <a:stCxn id="72" idx="2"/>
            <a:endCxn id="36" idx="0"/>
          </p:cNvCxnSpPr>
          <p:nvPr/>
        </p:nvCxnSpPr>
        <p:spPr>
          <a:xfrm>
            <a:off x="4884238" y="1130633"/>
            <a:ext cx="0" cy="224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1035FA50-57C6-6195-F92A-9E3145D2F143}"/>
              </a:ext>
            </a:extLst>
          </p:cNvPr>
          <p:cNvCxnSpPr>
            <a:cxnSpLocks/>
            <a:stCxn id="52" idx="2"/>
            <a:endCxn id="77" idx="0"/>
          </p:cNvCxnSpPr>
          <p:nvPr/>
        </p:nvCxnSpPr>
        <p:spPr>
          <a:xfrm flipH="1">
            <a:off x="4883572" y="3757312"/>
            <a:ext cx="666" cy="349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23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Breitbild</PresentationFormat>
  <Paragraphs>65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12</cp:revision>
  <dcterms:created xsi:type="dcterms:W3CDTF">2026-03-29T15:37:58Z</dcterms:created>
  <dcterms:modified xsi:type="dcterms:W3CDTF">2026-04-02T21:57:01Z</dcterms:modified>
</cp:coreProperties>
</file>