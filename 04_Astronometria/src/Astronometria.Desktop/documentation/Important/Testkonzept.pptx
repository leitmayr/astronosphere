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7" d="100"/>
          <a:sy n="97" d="100"/>
        </p:scale>
        <p:origin x="996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2CD96D-892C-6279-28D1-71F1463149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CD60B1D-D30C-9823-B2DC-496CB202D9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E8C34E9-26FF-96B6-A317-A0A4E04ED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E2FF6-7806-4B45-B324-63936DCED9CF}" type="datetimeFigureOut">
              <a:rPr lang="de-DE" smtClean="0"/>
              <a:t>16.02.2026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5998739-7CE5-1C98-DAF3-4A4F66E96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7EF7C41-415A-7C29-C578-0BE3E109E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B47C0-2F5E-4F55-81F5-CA672174F8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2968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38FE57-D9FE-4CA0-CFDF-F082E84A7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6CC9EC-99BF-7468-8F5B-0772D8D156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819983C-D18D-EB98-C88F-896D514E9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E2FF6-7806-4B45-B324-63936DCED9CF}" type="datetimeFigureOut">
              <a:rPr lang="de-DE" smtClean="0"/>
              <a:t>16.02.2026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EA4BD76-2CC9-7C55-DF0D-2D07FB1D4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5E5107C-5176-7665-6191-9647FE96B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B47C0-2F5E-4F55-81F5-CA672174F8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3667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BD7C8E-AC17-A232-2610-19B3BBD31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F71E78E-0F78-64AA-E448-AC78C3C214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C0B960F-8D31-2173-4EE0-C670A4626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E2FF6-7806-4B45-B324-63936DCED9CF}" type="datetimeFigureOut">
              <a:rPr lang="de-DE" smtClean="0"/>
              <a:t>16.02.2026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9DF2F33-D9F8-C2B8-D585-0758513A2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9F4232D-90A7-51E7-5293-D03E32CCA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B47C0-2F5E-4F55-81F5-CA672174F8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1438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E5A258-328B-0881-1162-6CCA8B1EF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91CB30E-8251-0637-AB8E-C7665CBEA6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86845DA-F0B1-6CD5-1D11-DC31641B62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5E38889-874C-CDBA-D379-0487A445B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E2FF6-7806-4B45-B324-63936DCED9CF}" type="datetimeFigureOut">
              <a:rPr lang="de-DE" smtClean="0"/>
              <a:t>16.02.2026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E5D3A83-4D62-2138-D1C8-978FFDCF9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E60E371-FFC8-3875-504F-B360721A9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B47C0-2F5E-4F55-81F5-CA672174F8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0397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02C046-7E3D-81A6-C465-32AD93B64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AEC0460-72A7-3F54-BCC9-B0BB4C0B55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78D3803-91FE-352B-4875-87AB775442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401AB41-543E-D62A-06D1-5A4036BF58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2A72D2C-E97E-BEC0-2F2A-E80510F166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A7DC2E2-69E6-A1C5-344F-6E08EF883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E2FF6-7806-4B45-B324-63936DCED9CF}" type="datetimeFigureOut">
              <a:rPr lang="de-DE" smtClean="0"/>
              <a:t>16.02.2026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8C61D9D5-A6F4-8614-3DDA-626FE9CA5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709BABC-501B-8026-1218-A47C2AD1D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B47C0-2F5E-4F55-81F5-CA672174F8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00203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0DDD0F-CCB4-6325-DAFC-0597BDBBB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F553D7F-C3DB-A40C-E08C-6FCCFE4A8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E2FF6-7806-4B45-B324-63936DCED9CF}" type="datetimeFigureOut">
              <a:rPr lang="de-DE" smtClean="0"/>
              <a:t>16.02.2026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A51DF80-B55A-83AD-B698-EF3FD8C4E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B6DC18A-AB5A-CA26-BAC2-94C1BBF56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B47C0-2F5E-4F55-81F5-CA672174F8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09636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9516D98-06F1-9470-D9F6-EBA384DE2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E2FF6-7806-4B45-B324-63936DCED9CF}" type="datetimeFigureOut">
              <a:rPr lang="de-DE" smtClean="0"/>
              <a:t>16.02.2026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9314131-489E-3231-92F8-9EC86AE49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BCD2240-7A12-BDFD-9E16-587BB491D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B47C0-2F5E-4F55-81F5-CA672174F8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98976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95B7B4-FA5F-D2C1-E554-D90A7667C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BC04A55-E4B1-E1F8-12B7-3386884B3F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5DAB546-652B-FCEF-6CB8-7595940ECA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1FA1812-EBBD-351E-182F-E91F15B78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E2FF6-7806-4B45-B324-63936DCED9CF}" type="datetimeFigureOut">
              <a:rPr lang="de-DE" smtClean="0"/>
              <a:t>16.02.2026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45EC6F6-96EB-E7E0-4261-87599C4DD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0470F78-5ACA-BB7D-3768-8DF181858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B47C0-2F5E-4F55-81F5-CA672174F8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3170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34FEA7-02F1-2421-1997-39B98BAAB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C3508C9-DE86-D941-9329-43B29A5A3A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85C771F-E9A9-DFA1-DE50-5F483CF4E6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6BED3B1-D156-109A-D44C-6EE48D6D8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E2FF6-7806-4B45-B324-63936DCED9CF}" type="datetimeFigureOut">
              <a:rPr lang="de-DE" smtClean="0"/>
              <a:t>16.02.2026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44C0A21-04F6-93EB-0F8B-2B6AA64EE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FE96D7A-9175-FAB7-F2EF-BAE3D54E3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B47C0-2F5E-4F55-81F5-CA672174F8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30853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F19EF2-FEA4-2A43-F1B8-6DF7E351B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F315ACB-87D1-3441-E122-7B9B62D8A5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15DB2A6-F030-30CC-7D9B-9876595F2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E2FF6-7806-4B45-B324-63936DCED9CF}" type="datetimeFigureOut">
              <a:rPr lang="de-DE" smtClean="0"/>
              <a:t>16.02.2026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C33E09B-5406-3D65-1700-B3CCB0FD4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6170D8C-68B1-DCD6-0AEB-F45F933D7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B47C0-2F5E-4F55-81F5-CA672174F8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6434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028A692-0AAB-BA70-3812-DA8E396213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00ACE97-36E8-6C25-17BF-9B338BDFE7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7306B19-6A81-2467-714C-536061667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E2FF6-7806-4B45-B324-63936DCED9CF}" type="datetimeFigureOut">
              <a:rPr lang="de-DE" smtClean="0"/>
              <a:t>16.02.2026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ACAC1CD-05D0-66F6-9FB4-6752684FC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FE09A7-AFBE-1C11-FF0D-AD8C2CACA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B47C0-2F5E-4F55-81F5-CA672174F8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8779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E15CBC9-85A8-ABFB-EE62-09A79318D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1CC295B-3533-9820-4F45-4F8E2BFB4E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E46BF33-0529-7FD2-9908-EB03C04134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1E2FF6-7806-4B45-B324-63936DCED9CF}" type="datetimeFigureOut">
              <a:rPr lang="de-DE" smtClean="0"/>
              <a:t>16.02.2026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1B6C112-4347-C09F-35FF-20F4285643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482C725-A150-40D8-C61A-A65CFFB7A6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DB47C0-2F5E-4F55-81F5-CA672174F8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4291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9B792579-7535-A13A-8464-AAC964D3D4ED}"/>
              </a:ext>
            </a:extLst>
          </p:cNvPr>
          <p:cNvSpPr txBox="1"/>
          <p:nvPr/>
        </p:nvSpPr>
        <p:spPr>
          <a:xfrm>
            <a:off x="3691416" y="2185948"/>
            <a:ext cx="1407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VSOP L, B, R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1DB9CA62-2A4A-CFBB-88A4-2A6BF1162740}"/>
              </a:ext>
            </a:extLst>
          </p:cNvPr>
          <p:cNvSpPr txBox="1"/>
          <p:nvPr/>
        </p:nvSpPr>
        <p:spPr>
          <a:xfrm>
            <a:off x="4159045" y="3557977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HE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3458E170-CD3E-8523-DC2A-2531864E6ED7}"/>
              </a:ext>
            </a:extLst>
          </p:cNvPr>
          <p:cNvSpPr txBox="1"/>
          <p:nvPr/>
        </p:nvSpPr>
        <p:spPr>
          <a:xfrm>
            <a:off x="4159045" y="4580221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GE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4D1424C7-A162-21E9-0288-74B443626488}"/>
              </a:ext>
            </a:extLst>
          </p:cNvPr>
          <p:cNvSpPr txBox="1"/>
          <p:nvPr/>
        </p:nvSpPr>
        <p:spPr>
          <a:xfrm>
            <a:off x="4154491" y="5720763"/>
            <a:ext cx="480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GA</a:t>
            </a:r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86076DC5-A6CB-BBBD-4E58-963BC40AB3F4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4394974" y="2555280"/>
            <a:ext cx="2277" cy="10026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56DB06B6-F4A2-CCF6-06B3-950F7E3CF283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4397251" y="3927309"/>
            <a:ext cx="0" cy="6529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FCFB468B-58CB-9240-7EC9-6A08F3E861D5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flipH="1">
            <a:off x="4394974" y="4949553"/>
            <a:ext cx="2277" cy="7712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feld 16">
            <a:extLst>
              <a:ext uri="{FF2B5EF4-FFF2-40B4-BE49-F238E27FC236}">
                <a16:creationId xmlns:a16="http://schemas.microsoft.com/office/drawing/2014/main" id="{9232E308-9588-8DEE-178A-BD8BC5CEF7E2}"/>
              </a:ext>
            </a:extLst>
          </p:cNvPr>
          <p:cNvSpPr txBox="1"/>
          <p:nvPr/>
        </p:nvSpPr>
        <p:spPr>
          <a:xfrm>
            <a:off x="1492513" y="1454816"/>
            <a:ext cx="1080360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/>
              <a:t>VSOP </a:t>
            </a:r>
          </a:p>
          <a:p>
            <a:r>
              <a:rPr lang="de-DE" dirty="0" err="1"/>
              <a:t>Terme.cs</a:t>
            </a:r>
            <a:endParaRPr lang="de-DE" dirty="0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996BB4C8-35A1-3B87-FCE4-4B8E2DA1680B}"/>
              </a:ext>
            </a:extLst>
          </p:cNvPr>
          <p:cNvSpPr txBox="1"/>
          <p:nvPr/>
        </p:nvSpPr>
        <p:spPr>
          <a:xfrm>
            <a:off x="1051429" y="434073"/>
            <a:ext cx="23679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Ephemeriden Pipeline</a:t>
            </a:r>
          </a:p>
          <a:p>
            <a:r>
              <a:rPr lang="de-DE" dirty="0"/>
              <a:t>(Code </a:t>
            </a:r>
            <a:r>
              <a:rPr lang="de-DE" dirty="0" err="1"/>
              <a:t>under</a:t>
            </a:r>
            <a:r>
              <a:rPr lang="de-DE" dirty="0"/>
              <a:t> Test)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4A0244D2-B698-F0F6-23E1-2D314FDF6BE4}"/>
              </a:ext>
            </a:extLst>
          </p:cNvPr>
          <p:cNvSpPr txBox="1"/>
          <p:nvPr/>
        </p:nvSpPr>
        <p:spPr>
          <a:xfrm>
            <a:off x="1096732" y="2754485"/>
            <a:ext cx="187192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/>
              <a:t>L,B,R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HE.x</a:t>
            </a:r>
            <a:r>
              <a:rPr lang="de-DE" dirty="0"/>
              <a:t>, y, z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14F59E7E-23FA-A6AD-BEAA-9F9A3890A78E}"/>
              </a:ext>
            </a:extLst>
          </p:cNvPr>
          <p:cNvSpPr txBox="1"/>
          <p:nvPr/>
        </p:nvSpPr>
        <p:spPr>
          <a:xfrm>
            <a:off x="3465681" y="1301549"/>
            <a:ext cx="22177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Zwischenergebnisse</a:t>
            </a:r>
          </a:p>
          <a:p>
            <a:r>
              <a:rPr lang="de-DE" dirty="0"/>
              <a:t>Für Testdaten</a:t>
            </a:r>
          </a:p>
        </p:txBody>
      </p: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1E1C865B-4B9C-CAFD-0090-A4C937875086}"/>
              </a:ext>
            </a:extLst>
          </p:cNvPr>
          <p:cNvCxnSpPr>
            <a:stCxn id="17" idx="2"/>
            <a:endCxn id="19" idx="0"/>
          </p:cNvCxnSpPr>
          <p:nvPr/>
        </p:nvCxnSpPr>
        <p:spPr>
          <a:xfrm>
            <a:off x="2032693" y="2101147"/>
            <a:ext cx="1" cy="6533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45215F8A-D1CC-AA2B-911D-ADCA2AC727BA}"/>
              </a:ext>
            </a:extLst>
          </p:cNvPr>
          <p:cNvCxnSpPr/>
          <p:nvPr/>
        </p:nvCxnSpPr>
        <p:spPr>
          <a:xfrm flipH="1">
            <a:off x="5427406" y="2370614"/>
            <a:ext cx="1337187" cy="0"/>
          </a:xfrm>
          <a:prstGeom prst="straightConnector1">
            <a:avLst/>
          </a:prstGeom>
          <a:ln w="1270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feld 26">
            <a:extLst>
              <a:ext uri="{FF2B5EF4-FFF2-40B4-BE49-F238E27FC236}">
                <a16:creationId xmlns:a16="http://schemas.microsoft.com/office/drawing/2014/main" id="{148BA5BD-6162-77EB-387A-2A4A1326846C}"/>
              </a:ext>
            </a:extLst>
          </p:cNvPr>
          <p:cNvSpPr txBox="1"/>
          <p:nvPr/>
        </p:nvSpPr>
        <p:spPr>
          <a:xfrm>
            <a:off x="7093467" y="2047448"/>
            <a:ext cx="18827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L, B, R Test gegen</a:t>
            </a:r>
          </a:p>
          <a:p>
            <a:r>
              <a:rPr lang="de-DE" dirty="0"/>
              <a:t>Vsop87.chk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66EA58D0-7819-BB3E-49DE-F3E9E5F12A94}"/>
              </a:ext>
            </a:extLst>
          </p:cNvPr>
          <p:cNvSpPr txBox="1"/>
          <p:nvPr/>
        </p:nvSpPr>
        <p:spPr>
          <a:xfrm>
            <a:off x="9315874" y="1270150"/>
            <a:ext cx="2364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Referenzdaten-Quelle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0D182361-59BC-8E36-F787-3F9DFAFD3BC6}"/>
              </a:ext>
            </a:extLst>
          </p:cNvPr>
          <p:cNvSpPr txBox="1"/>
          <p:nvPr/>
        </p:nvSpPr>
        <p:spPr>
          <a:xfrm>
            <a:off x="9855707" y="2185948"/>
            <a:ext cx="874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IMCCE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09BF379D-A4E6-FFD3-0A2B-736FEB2F2BEF}"/>
              </a:ext>
            </a:extLst>
          </p:cNvPr>
          <p:cNvSpPr txBox="1"/>
          <p:nvPr/>
        </p:nvSpPr>
        <p:spPr>
          <a:xfrm>
            <a:off x="9777699" y="3280978"/>
            <a:ext cx="14411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JPL Horizons</a:t>
            </a:r>
          </a:p>
          <a:p>
            <a:r>
              <a:rPr lang="de-DE" dirty="0"/>
              <a:t>Center: @10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54790FF0-2DA0-E4AD-CEE7-93585C36F25A}"/>
              </a:ext>
            </a:extLst>
          </p:cNvPr>
          <p:cNvSpPr txBox="1"/>
          <p:nvPr/>
        </p:nvSpPr>
        <p:spPr>
          <a:xfrm>
            <a:off x="9790120" y="4368344"/>
            <a:ext cx="22350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JPL </a:t>
            </a:r>
            <a:r>
              <a:rPr lang="de-DE" dirty="0" err="1"/>
              <a:t>HorizonsCenter</a:t>
            </a:r>
            <a:r>
              <a:rPr lang="de-DE" dirty="0"/>
              <a:t>: </a:t>
            </a:r>
          </a:p>
          <a:p>
            <a:r>
              <a:rPr lang="de-DE" dirty="0"/>
              <a:t>Center: 500@399</a:t>
            </a:r>
          </a:p>
          <a:p>
            <a:endParaRPr lang="de-DE" dirty="0"/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8430EE55-F229-4246-8D4D-2CE2D630FE17}"/>
              </a:ext>
            </a:extLst>
          </p:cNvPr>
          <p:cNvSpPr txBox="1"/>
          <p:nvPr/>
        </p:nvSpPr>
        <p:spPr>
          <a:xfrm>
            <a:off x="9855706" y="5545772"/>
            <a:ext cx="1441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JPL Horizons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6412472B-66BA-2E43-7C8B-C81F9F0D5507}"/>
              </a:ext>
            </a:extLst>
          </p:cNvPr>
          <p:cNvSpPr txBox="1"/>
          <p:nvPr/>
        </p:nvSpPr>
        <p:spPr>
          <a:xfrm>
            <a:off x="7222244" y="3429000"/>
            <a:ext cx="1557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X, y, z Tests in </a:t>
            </a:r>
          </a:p>
          <a:p>
            <a:r>
              <a:rPr lang="de-DE" dirty="0"/>
              <a:t>TS-A…TS-C</a:t>
            </a:r>
          </a:p>
        </p:txBody>
      </p: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8A0EE124-F3CE-75BE-B0A6-CA29355FAEA9}"/>
              </a:ext>
            </a:extLst>
          </p:cNvPr>
          <p:cNvCxnSpPr/>
          <p:nvPr/>
        </p:nvCxnSpPr>
        <p:spPr>
          <a:xfrm flipH="1">
            <a:off x="5260257" y="3724018"/>
            <a:ext cx="1337187" cy="0"/>
          </a:xfrm>
          <a:prstGeom prst="straightConnector1">
            <a:avLst/>
          </a:prstGeom>
          <a:ln w="1270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995B0311-B4A0-0D76-82F1-B23A47828847}"/>
              </a:ext>
            </a:extLst>
          </p:cNvPr>
          <p:cNvCxnSpPr/>
          <p:nvPr/>
        </p:nvCxnSpPr>
        <p:spPr>
          <a:xfrm flipH="1">
            <a:off x="5260257" y="4764887"/>
            <a:ext cx="1337187" cy="0"/>
          </a:xfrm>
          <a:prstGeom prst="straightConnector1">
            <a:avLst/>
          </a:prstGeom>
          <a:ln w="1270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feld 35">
            <a:extLst>
              <a:ext uri="{FF2B5EF4-FFF2-40B4-BE49-F238E27FC236}">
                <a16:creationId xmlns:a16="http://schemas.microsoft.com/office/drawing/2014/main" id="{01BA85C1-0940-2DD5-0C58-69F960B9A404}"/>
              </a:ext>
            </a:extLst>
          </p:cNvPr>
          <p:cNvSpPr txBox="1"/>
          <p:nvPr/>
        </p:nvSpPr>
        <p:spPr>
          <a:xfrm>
            <a:off x="7222243" y="4441721"/>
            <a:ext cx="1557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X, y, z Tests in </a:t>
            </a:r>
          </a:p>
          <a:p>
            <a:r>
              <a:rPr lang="de-DE" dirty="0"/>
              <a:t>TS-A…TS-C</a:t>
            </a: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2BAC5181-1B93-AD13-4F34-07F5FBC78438}"/>
              </a:ext>
            </a:extLst>
          </p:cNvPr>
          <p:cNvSpPr txBox="1"/>
          <p:nvPr/>
        </p:nvSpPr>
        <p:spPr>
          <a:xfrm>
            <a:off x="7255947" y="5545772"/>
            <a:ext cx="1557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X, y, z Tests in </a:t>
            </a:r>
          </a:p>
          <a:p>
            <a:r>
              <a:rPr lang="de-DE" dirty="0"/>
              <a:t>TS-D</a:t>
            </a:r>
          </a:p>
        </p:txBody>
      </p: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A472E210-C2EE-1B25-A1D9-0BF17CFD4C27}"/>
              </a:ext>
            </a:extLst>
          </p:cNvPr>
          <p:cNvCxnSpPr/>
          <p:nvPr/>
        </p:nvCxnSpPr>
        <p:spPr>
          <a:xfrm flipH="1">
            <a:off x="5230759" y="5891839"/>
            <a:ext cx="1337187" cy="0"/>
          </a:xfrm>
          <a:prstGeom prst="straightConnector1">
            <a:avLst/>
          </a:prstGeom>
          <a:ln w="1270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feld 39">
            <a:extLst>
              <a:ext uri="{FF2B5EF4-FFF2-40B4-BE49-F238E27FC236}">
                <a16:creationId xmlns:a16="http://schemas.microsoft.com/office/drawing/2014/main" id="{08672FCE-076A-34F2-9073-64F8A6E3A57E}"/>
              </a:ext>
            </a:extLst>
          </p:cNvPr>
          <p:cNvSpPr txBox="1"/>
          <p:nvPr/>
        </p:nvSpPr>
        <p:spPr>
          <a:xfrm>
            <a:off x="813160" y="3807627"/>
            <a:ext cx="2439066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 err="1"/>
              <a:t>HE.x</a:t>
            </a:r>
            <a:r>
              <a:rPr lang="de-DE" dirty="0"/>
              <a:t>, y, z </a:t>
            </a:r>
            <a:r>
              <a:rPr lang="de-DE" dirty="0" err="1"/>
              <a:t>to</a:t>
            </a:r>
            <a:r>
              <a:rPr lang="de-DE" dirty="0"/>
              <a:t> GE:</a:t>
            </a:r>
          </a:p>
          <a:p>
            <a:r>
              <a:rPr lang="de-DE" dirty="0"/>
              <a:t>„HE Planet – HE Earth“</a:t>
            </a:r>
          </a:p>
        </p:txBody>
      </p: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39D47A3A-86C7-F1C8-AA4B-AA63FE5DC233}"/>
              </a:ext>
            </a:extLst>
          </p:cNvPr>
          <p:cNvCxnSpPr>
            <a:cxnSpLocks/>
            <a:stCxn id="19" idx="2"/>
            <a:endCxn id="40" idx="0"/>
          </p:cNvCxnSpPr>
          <p:nvPr/>
        </p:nvCxnSpPr>
        <p:spPr>
          <a:xfrm flipH="1">
            <a:off x="2032693" y="3123817"/>
            <a:ext cx="1" cy="6838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Ellipse 45">
            <a:extLst>
              <a:ext uri="{FF2B5EF4-FFF2-40B4-BE49-F238E27FC236}">
                <a16:creationId xmlns:a16="http://schemas.microsoft.com/office/drawing/2014/main" id="{C0B6F113-9897-8EAD-B0F5-3F33C530B2FA}"/>
              </a:ext>
            </a:extLst>
          </p:cNvPr>
          <p:cNvSpPr/>
          <p:nvPr/>
        </p:nvSpPr>
        <p:spPr>
          <a:xfrm>
            <a:off x="3705809" y="4410613"/>
            <a:ext cx="1263949" cy="60066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8935749D-A3A0-D464-8516-724E4885C7AF}"/>
              </a:ext>
            </a:extLst>
          </p:cNvPr>
          <p:cNvCxnSpPr>
            <a:cxnSpLocks/>
            <a:stCxn id="52" idx="3"/>
            <a:endCxn id="46" idx="3"/>
          </p:cNvCxnSpPr>
          <p:nvPr/>
        </p:nvCxnSpPr>
        <p:spPr>
          <a:xfrm flipV="1">
            <a:off x="3317857" y="4923309"/>
            <a:ext cx="573053" cy="9685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feld 51">
            <a:extLst>
              <a:ext uri="{FF2B5EF4-FFF2-40B4-BE49-F238E27FC236}">
                <a16:creationId xmlns:a16="http://schemas.microsoft.com/office/drawing/2014/main" id="{74835010-7566-5AF3-D0A5-CCB780AD9130}"/>
              </a:ext>
            </a:extLst>
          </p:cNvPr>
          <p:cNvSpPr txBox="1"/>
          <p:nvPr/>
        </p:nvSpPr>
        <p:spPr>
          <a:xfrm>
            <a:off x="186412" y="5291674"/>
            <a:ext cx="3131445" cy="1200329"/>
          </a:xfrm>
          <a:prstGeom prst="rect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de-DE" i="1" dirty="0">
                <a:solidFill>
                  <a:srgbClr val="FF0000"/>
                </a:solidFill>
              </a:rPr>
              <a:t>„Planet – Earth“</a:t>
            </a:r>
          </a:p>
          <a:p>
            <a:r>
              <a:rPr lang="de-DE" i="1" dirty="0">
                <a:solidFill>
                  <a:srgbClr val="FF0000"/>
                </a:solidFill>
              </a:rPr>
              <a:t>Wird im </a:t>
            </a:r>
            <a:r>
              <a:rPr lang="de-DE" i="1" dirty="0" err="1">
                <a:solidFill>
                  <a:srgbClr val="FF0000"/>
                </a:solidFill>
              </a:rPr>
              <a:t>Testcode</a:t>
            </a:r>
            <a:r>
              <a:rPr lang="de-DE" i="1" dirty="0">
                <a:solidFill>
                  <a:srgbClr val="FF0000"/>
                </a:solidFill>
              </a:rPr>
              <a:t> gemacht, muss aber aus dem Code </a:t>
            </a:r>
            <a:r>
              <a:rPr lang="de-DE" i="1" dirty="0" err="1">
                <a:solidFill>
                  <a:srgbClr val="FF0000"/>
                </a:solidFill>
              </a:rPr>
              <a:t>under</a:t>
            </a:r>
            <a:r>
              <a:rPr lang="de-DE" i="1" dirty="0">
                <a:solidFill>
                  <a:srgbClr val="FF0000"/>
                </a:solidFill>
              </a:rPr>
              <a:t> Test kommen!!!</a:t>
            </a:r>
          </a:p>
        </p:txBody>
      </p:sp>
      <p:sp>
        <p:nvSpPr>
          <p:cNvPr id="56" name="Gewitterblitz 55">
            <a:extLst>
              <a:ext uri="{FF2B5EF4-FFF2-40B4-BE49-F238E27FC236}">
                <a16:creationId xmlns:a16="http://schemas.microsoft.com/office/drawing/2014/main" id="{65A1CDFD-4EF4-D8A3-97E8-E898BE63D535}"/>
              </a:ext>
            </a:extLst>
          </p:cNvPr>
          <p:cNvSpPr/>
          <p:nvPr/>
        </p:nvSpPr>
        <p:spPr>
          <a:xfrm>
            <a:off x="2723535" y="4748661"/>
            <a:ext cx="405213" cy="866850"/>
          </a:xfrm>
          <a:prstGeom prst="lightningBol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C12D69C5-8686-4F24-33B6-0A53D413A9B0}"/>
              </a:ext>
            </a:extLst>
          </p:cNvPr>
          <p:cNvCxnSpPr>
            <a:cxnSpLocks/>
            <a:stCxn id="40" idx="2"/>
          </p:cNvCxnSpPr>
          <p:nvPr/>
        </p:nvCxnSpPr>
        <p:spPr>
          <a:xfrm>
            <a:off x="2032693" y="4453958"/>
            <a:ext cx="0" cy="3894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70964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</Words>
  <Application>Microsoft Office PowerPoint</Application>
  <PresentationFormat>Breitbild</PresentationFormat>
  <Paragraphs>30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Marcus Hiemer</dc:creator>
  <cp:lastModifiedBy>Marcus Hiemer</cp:lastModifiedBy>
  <cp:revision>3</cp:revision>
  <dcterms:created xsi:type="dcterms:W3CDTF">2026-02-16T20:52:06Z</dcterms:created>
  <dcterms:modified xsi:type="dcterms:W3CDTF">2026-02-16T23:10:47Z</dcterms:modified>
</cp:coreProperties>
</file>