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087CDE-10E1-9F7B-A62B-6941EA0209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FC988B6-A4A7-A223-3483-E91389A530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00A48E0-6CD2-0A21-D1AB-AEFC8F3E3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D6F4C-FFDE-4C8D-ACED-870F70A8AE2C}" type="datetimeFigureOut">
              <a:rPr lang="de-DE" smtClean="0"/>
              <a:t>21.02.2026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7623152-12A8-49B8-4ABF-9975F52DD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E849991-2ACE-2B2E-B69E-DAC5BD0A9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BEE87-79FA-4AA2-9D81-7F04C6BE92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2340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DC64F6-C4CF-1A77-AAC8-C523D10C7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54DEED4-1A0A-8120-E7DC-0FE8DC16E0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CF48A6D-0BAC-0830-1510-47A768CDE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D6F4C-FFDE-4C8D-ACED-870F70A8AE2C}" type="datetimeFigureOut">
              <a:rPr lang="de-DE" smtClean="0"/>
              <a:t>21.02.2026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5BB31F8-93B4-861F-E4A6-9EA03DB2F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C905C4E-9BB8-8A9A-C23F-57D24C1E9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BEE87-79FA-4AA2-9D81-7F04C6BE92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0236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99214C-F6F8-E9A7-43E8-B4178E811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6FD283E-71D1-85B3-CB90-82447853C3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721BCD5-DBDF-6CB0-AF60-AF2DB499A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D6F4C-FFDE-4C8D-ACED-870F70A8AE2C}" type="datetimeFigureOut">
              <a:rPr lang="de-DE" smtClean="0"/>
              <a:t>21.02.2026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533A7F5-6E25-F8F0-3680-5C35DDE1A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19F399A-1210-241F-7119-4BD70BDF1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BEE87-79FA-4AA2-9D81-7F04C6BE92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93640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F2EC66-C26F-22EA-6A17-AA7E520E2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6DFBE1A-F4FC-A5D1-C998-EEDD2DF34F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B919F7B-9E0D-1B2B-8D1A-ECFECA9775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C67C863-8E21-1892-033B-DF821EDD0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D6F4C-FFDE-4C8D-ACED-870F70A8AE2C}" type="datetimeFigureOut">
              <a:rPr lang="de-DE" smtClean="0"/>
              <a:t>21.02.2026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F93A4DD-F580-46D5-DCEB-5E13EC80A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3C029CF-A19D-75E9-C020-9994E0B68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BEE87-79FA-4AA2-9D81-7F04C6BE92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6448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77CDA9-9879-698B-DC78-D2A74BC6E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D9523C6-6272-36CA-3658-2845CE4F1A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7250D9D-65CA-6F89-26CA-596EE122C5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3EE7E60-CDD4-8255-08F9-4DF39495C8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59C1A9A-D8F8-DA15-757A-5DF0C9F8C0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85B6699-292D-7588-9866-C389030C9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D6F4C-FFDE-4C8D-ACED-870F70A8AE2C}" type="datetimeFigureOut">
              <a:rPr lang="de-DE" smtClean="0"/>
              <a:t>21.02.2026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C0F9780-1C9B-40EF-A836-358B51BC3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3F0C06B-F16F-A550-DCB4-C212A6B30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BEE87-79FA-4AA2-9D81-7F04C6BE92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84713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3576FA-9A2D-F796-021D-ACB97F030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AC3EB39-1E98-9166-1C6B-22240E449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D6F4C-FFDE-4C8D-ACED-870F70A8AE2C}" type="datetimeFigureOut">
              <a:rPr lang="de-DE" smtClean="0"/>
              <a:t>21.02.2026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1C3F079-EF7C-E87B-3575-588194A93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FAFC2FC-667C-0335-0D73-FEFE390CB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BEE87-79FA-4AA2-9D81-7F04C6BE92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9544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CDDE680-10CB-6CD2-7BF6-D63C39931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D6F4C-FFDE-4C8D-ACED-870F70A8AE2C}" type="datetimeFigureOut">
              <a:rPr lang="de-DE" smtClean="0"/>
              <a:t>21.02.2026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9A99E18-A33E-0878-6457-32AE60E99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9039288-0332-8D43-2EA5-26EEB1063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BEE87-79FA-4AA2-9D81-7F04C6BE92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7787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9D2A27-5CE8-5176-B277-065FDAFF1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6DB6291-DBB2-5455-FF11-B8B74406B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FC153BD-CC0B-21A0-299F-6A9AEE1461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B8DB2CF-7AE6-811B-E494-10D44DD4B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D6F4C-FFDE-4C8D-ACED-870F70A8AE2C}" type="datetimeFigureOut">
              <a:rPr lang="de-DE" smtClean="0"/>
              <a:t>21.02.2026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DAFB91F-4B23-21FB-2694-CBDB7CC3E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683A4CE-C9D0-91AE-E057-E0C7A93B7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BEE87-79FA-4AA2-9D81-7F04C6BE92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7824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055023-3A89-F257-5DF4-B12646A0C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71B9B50-4538-9E65-5FD1-74F1A68AB2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D145317-4879-A0A4-EB69-41E8266F7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421B814-E9B1-9CD9-FE5F-FE5E575E6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D6F4C-FFDE-4C8D-ACED-870F70A8AE2C}" type="datetimeFigureOut">
              <a:rPr lang="de-DE" smtClean="0"/>
              <a:t>21.02.2026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C9E481B-F19A-A0C0-3AFB-CCF327326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383CCD0-F75B-C4D4-D5AE-A21B7026F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BEE87-79FA-4AA2-9D81-7F04C6BE92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1481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5D69E6-42D0-9ECF-8BDC-FED3D8070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1F28A7E-A09A-1CDE-B7D7-AF02EB9894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A399355-DC4F-397E-F7CA-428CCEC97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D6F4C-FFDE-4C8D-ACED-870F70A8AE2C}" type="datetimeFigureOut">
              <a:rPr lang="de-DE" smtClean="0"/>
              <a:t>21.02.2026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473B4A6-F5E9-8748-E8EA-4941FFBB6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4BEC507-A6F0-B58B-7E0E-89BDB5B36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BEE87-79FA-4AA2-9D81-7F04C6BE92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0983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D244FB4-8F35-BD8B-1979-EB490510EF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B2A663F-1C2D-9971-63F4-B494EAF98B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4BA5537-166C-A6FA-628A-D2932C9C8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D6F4C-FFDE-4C8D-ACED-870F70A8AE2C}" type="datetimeFigureOut">
              <a:rPr lang="de-DE" smtClean="0"/>
              <a:t>21.02.2026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5BF3E4B-2670-E85A-1C61-F4E2DBC69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3316DFE-7629-C51D-ED95-E3BBDF950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BEE87-79FA-4AA2-9D81-7F04C6BE92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7931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5766C12-6536-9819-9C8A-8D67FC472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552BFFD-03BE-AA55-AA5A-55AEE2BD1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9C3C7B3-70E0-F172-1290-E541E99982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DD6F4C-FFDE-4C8D-ACED-870F70A8AE2C}" type="datetimeFigureOut">
              <a:rPr lang="de-DE" smtClean="0"/>
              <a:t>21.02.2026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F7E02E2-C3E0-333E-3D7A-B6CCF942BA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1452BEC-E7DB-602C-FC7C-EEBB920F80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1BEE87-79FA-4AA2-9D81-7F04C6BE92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9077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514FD17C-11A9-EA52-315A-F1C30134F6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9751" y="959906"/>
            <a:ext cx="5052498" cy="4938188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8BE06C5D-B3B6-565B-0808-4680320EE236}"/>
              </a:ext>
            </a:extLst>
          </p:cNvPr>
          <p:cNvSpPr/>
          <p:nvPr/>
        </p:nvSpPr>
        <p:spPr>
          <a:xfrm>
            <a:off x="3824748" y="1229032"/>
            <a:ext cx="1238865" cy="2359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9499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489A8635-26D9-87C0-074F-3DEEDCE268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154" y="837838"/>
            <a:ext cx="5677692" cy="5182323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0BCB4AA2-2E5D-782F-FB49-C39096789DEC}"/>
              </a:ext>
            </a:extLst>
          </p:cNvPr>
          <p:cNvSpPr/>
          <p:nvPr/>
        </p:nvSpPr>
        <p:spPr>
          <a:xfrm>
            <a:off x="3814916" y="837838"/>
            <a:ext cx="1238865" cy="2359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9E74615-1202-9DBF-5C25-D40142691D98}"/>
              </a:ext>
            </a:extLst>
          </p:cNvPr>
          <p:cNvSpPr/>
          <p:nvPr/>
        </p:nvSpPr>
        <p:spPr>
          <a:xfrm>
            <a:off x="3382298" y="3883742"/>
            <a:ext cx="2231922" cy="2359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117A2B04-3DA7-E779-5C3B-CD4BE86DB0D2}"/>
              </a:ext>
            </a:extLst>
          </p:cNvPr>
          <p:cNvSpPr/>
          <p:nvPr/>
        </p:nvSpPr>
        <p:spPr>
          <a:xfrm>
            <a:off x="3539614" y="3077497"/>
            <a:ext cx="2231922" cy="2359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F8E7B12E-371C-8B06-6951-B95243876B7E}"/>
              </a:ext>
            </a:extLst>
          </p:cNvPr>
          <p:cNvSpPr/>
          <p:nvPr/>
        </p:nvSpPr>
        <p:spPr>
          <a:xfrm>
            <a:off x="3539614" y="3389671"/>
            <a:ext cx="2231922" cy="2359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9220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3B7EFEC2-77F2-38BF-F299-FACB23BFD7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597" y="415029"/>
            <a:ext cx="5608806" cy="6027942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8DBC6510-CB09-5CD7-1249-C9312652C179}"/>
              </a:ext>
            </a:extLst>
          </p:cNvPr>
          <p:cNvSpPr/>
          <p:nvPr/>
        </p:nvSpPr>
        <p:spPr>
          <a:xfrm>
            <a:off x="3291598" y="415029"/>
            <a:ext cx="1083758" cy="12574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C031BFC8-8C61-9BFA-9141-FDDC96A5CBAF}"/>
              </a:ext>
            </a:extLst>
          </p:cNvPr>
          <p:cNvSpPr/>
          <p:nvPr/>
        </p:nvSpPr>
        <p:spPr>
          <a:xfrm>
            <a:off x="3291596" y="5911261"/>
            <a:ext cx="1083758" cy="21423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91D02C56-2A66-E339-952A-E89E8241D6C7}"/>
              </a:ext>
            </a:extLst>
          </p:cNvPr>
          <p:cNvSpPr/>
          <p:nvPr/>
        </p:nvSpPr>
        <p:spPr>
          <a:xfrm>
            <a:off x="3291596" y="6177116"/>
            <a:ext cx="1083758" cy="21423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3648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Marcus Hiemer</dc:creator>
  <cp:lastModifiedBy>Marcus Hiemer</cp:lastModifiedBy>
  <cp:revision>2</cp:revision>
  <dcterms:created xsi:type="dcterms:W3CDTF">2026-02-21T10:01:03Z</dcterms:created>
  <dcterms:modified xsi:type="dcterms:W3CDTF">2026-02-21T10:48:10Z</dcterms:modified>
</cp:coreProperties>
</file>